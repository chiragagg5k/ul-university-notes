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3" r:id="rId1"/>
    <p:sldMasterId id="2147483686" r:id="rId2"/>
  </p:sldMasterIdLst>
  <p:notesMasterIdLst>
    <p:notesMasterId r:id="rId68"/>
  </p:notesMasterIdLst>
  <p:handoutMasterIdLst>
    <p:handoutMasterId r:id="rId69"/>
  </p:handoutMasterIdLst>
  <p:sldIdLst>
    <p:sldId id="475" r:id="rId3"/>
    <p:sldId id="476" r:id="rId4"/>
    <p:sldId id="478" r:id="rId5"/>
    <p:sldId id="477" r:id="rId6"/>
    <p:sldId id="529" r:id="rId7"/>
    <p:sldId id="479" r:id="rId8"/>
    <p:sldId id="522" r:id="rId9"/>
    <p:sldId id="528" r:id="rId10"/>
    <p:sldId id="442" r:id="rId11"/>
    <p:sldId id="525" r:id="rId12"/>
    <p:sldId id="391" r:id="rId13"/>
    <p:sldId id="392" r:id="rId14"/>
    <p:sldId id="393" r:id="rId15"/>
    <p:sldId id="444" r:id="rId16"/>
    <p:sldId id="527" r:id="rId17"/>
    <p:sldId id="434" r:id="rId18"/>
    <p:sldId id="435" r:id="rId19"/>
    <p:sldId id="439" r:id="rId20"/>
    <p:sldId id="446" r:id="rId21"/>
    <p:sldId id="447" r:id="rId22"/>
    <p:sldId id="448" r:id="rId23"/>
    <p:sldId id="471" r:id="rId24"/>
    <p:sldId id="449" r:id="rId25"/>
    <p:sldId id="451" r:id="rId26"/>
    <p:sldId id="452" r:id="rId27"/>
    <p:sldId id="453" r:id="rId28"/>
    <p:sldId id="454" r:id="rId29"/>
    <p:sldId id="455" r:id="rId30"/>
    <p:sldId id="456" r:id="rId31"/>
    <p:sldId id="480" r:id="rId32"/>
    <p:sldId id="457" r:id="rId33"/>
    <p:sldId id="458" r:id="rId34"/>
    <p:sldId id="481" r:id="rId35"/>
    <p:sldId id="482" r:id="rId36"/>
    <p:sldId id="459" r:id="rId37"/>
    <p:sldId id="460" r:id="rId38"/>
    <p:sldId id="461" r:id="rId39"/>
    <p:sldId id="462" r:id="rId40"/>
    <p:sldId id="523" r:id="rId41"/>
    <p:sldId id="494" r:id="rId42"/>
    <p:sldId id="495" r:id="rId43"/>
    <p:sldId id="497" r:id="rId44"/>
    <p:sldId id="499" r:id="rId45"/>
    <p:sldId id="500" r:id="rId46"/>
    <p:sldId id="501" r:id="rId47"/>
    <p:sldId id="502" r:id="rId48"/>
    <p:sldId id="503" r:id="rId49"/>
    <p:sldId id="504" r:id="rId50"/>
    <p:sldId id="505" r:id="rId51"/>
    <p:sldId id="506" r:id="rId52"/>
    <p:sldId id="507" r:id="rId53"/>
    <p:sldId id="508" r:id="rId54"/>
    <p:sldId id="509" r:id="rId55"/>
    <p:sldId id="510" r:id="rId56"/>
    <p:sldId id="511" r:id="rId57"/>
    <p:sldId id="512" r:id="rId58"/>
    <p:sldId id="513" r:id="rId59"/>
    <p:sldId id="514" r:id="rId60"/>
    <p:sldId id="515" r:id="rId61"/>
    <p:sldId id="516" r:id="rId62"/>
    <p:sldId id="517" r:id="rId63"/>
    <p:sldId id="518" r:id="rId64"/>
    <p:sldId id="519" r:id="rId65"/>
    <p:sldId id="531" r:id="rId66"/>
    <p:sldId id="520" r:id="rId67"/>
  </p:sldIdLst>
  <p:sldSz cx="9144000" cy="6858000" type="screen4x3"/>
  <p:notesSz cx="6794500" cy="9906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0">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5819C4-2A6B-4B62-AF4A-BC01BA497923}" v="15" dt="2026-09-09T09:01:33.4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5" d="100"/>
          <a:sy n="85" d="100"/>
        </p:scale>
        <p:origin x="-3888" y="-78"/>
      </p:cViewPr>
      <p:guideLst>
        <p:guide orient="horz" pos="3120"/>
        <p:guide pos="214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microsoft.com/office/2016/11/relationships/changesInfo" Target="changesInfos/changesInfo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J.Collins" userId="936e7121-291b-49d4-83b2-aee52c8c8513" providerId="ADAL" clId="{985CE113-D73E-4FB9-A18D-351F89CF89A7}"/>
    <pc:docChg chg="undo custSel addSld delSld modSld sldOrd">
      <pc:chgData name="J.J.Collins" userId="936e7121-291b-49d4-83b2-aee52c8c8513" providerId="ADAL" clId="{985CE113-D73E-4FB9-A18D-351F89CF89A7}" dt="2026-09-09T09:03:05.141" v="2011" actId="2"/>
      <pc:docMkLst>
        <pc:docMk/>
      </pc:docMkLst>
      <pc:sldChg chg="modSp mod">
        <pc:chgData name="J.J.Collins" userId="936e7121-291b-49d4-83b2-aee52c8c8513" providerId="ADAL" clId="{985CE113-D73E-4FB9-A18D-351F89CF89A7}" dt="2026-09-09T07:30:47.162" v="138" actId="20577"/>
        <pc:sldMkLst>
          <pc:docMk/>
          <pc:sldMk cId="0" sldId="392"/>
        </pc:sldMkLst>
        <pc:spChg chg="mod">
          <ac:chgData name="J.J.Collins" userId="936e7121-291b-49d4-83b2-aee52c8c8513" providerId="ADAL" clId="{985CE113-D73E-4FB9-A18D-351F89CF89A7}" dt="2026-09-09T07:30:47.162" v="138" actId="20577"/>
          <ac:spMkLst>
            <pc:docMk/>
            <pc:sldMk cId="0" sldId="392"/>
            <ac:spMk id="9219" creationId="{00000000-0000-0000-0000-000000000000}"/>
          </ac:spMkLst>
        </pc:spChg>
      </pc:sldChg>
      <pc:sldChg chg="modSp del mod">
        <pc:chgData name="J.J.Collins" userId="936e7121-291b-49d4-83b2-aee52c8c8513" providerId="ADAL" clId="{985CE113-D73E-4FB9-A18D-351F89CF89A7}" dt="2026-09-09T07:52:12.594" v="909" actId="2696"/>
        <pc:sldMkLst>
          <pc:docMk/>
          <pc:sldMk cId="0" sldId="397"/>
        </pc:sldMkLst>
        <pc:spChg chg="mod">
          <ac:chgData name="J.J.Collins" userId="936e7121-291b-49d4-83b2-aee52c8c8513" providerId="ADAL" clId="{985CE113-D73E-4FB9-A18D-351F89CF89A7}" dt="2026-09-09T07:49:28.180" v="887" actId="5793"/>
          <ac:spMkLst>
            <pc:docMk/>
            <pc:sldMk cId="0" sldId="397"/>
            <ac:spMk id="16387" creationId="{00000000-0000-0000-0000-000000000000}"/>
          </ac:spMkLst>
        </pc:spChg>
      </pc:sldChg>
      <pc:sldChg chg="modSp mod">
        <pc:chgData name="J.J.Collins" userId="936e7121-291b-49d4-83b2-aee52c8c8513" providerId="ADAL" clId="{985CE113-D73E-4FB9-A18D-351F89CF89A7}" dt="2026-09-09T07:29:47.042" v="62" actId="20577"/>
        <pc:sldMkLst>
          <pc:docMk/>
          <pc:sldMk cId="0" sldId="442"/>
        </pc:sldMkLst>
        <pc:spChg chg="mod">
          <ac:chgData name="J.J.Collins" userId="936e7121-291b-49d4-83b2-aee52c8c8513" providerId="ADAL" clId="{985CE113-D73E-4FB9-A18D-351F89CF89A7}" dt="2026-09-09T07:29:47.042" v="62" actId="20577"/>
          <ac:spMkLst>
            <pc:docMk/>
            <pc:sldMk cId="0" sldId="442"/>
            <ac:spMk id="4" creationId="{00000000-0000-0000-0000-000000000000}"/>
          </ac:spMkLst>
        </pc:spChg>
      </pc:sldChg>
      <pc:sldChg chg="addSp delSp mod">
        <pc:chgData name="J.J.Collins" userId="936e7121-291b-49d4-83b2-aee52c8c8513" providerId="ADAL" clId="{985CE113-D73E-4FB9-A18D-351F89CF89A7}" dt="2026-09-09T07:31:13.470" v="139" actId="26606"/>
        <pc:sldMkLst>
          <pc:docMk/>
          <pc:sldMk cId="0" sldId="444"/>
        </pc:sldMkLst>
        <pc:spChg chg="del">
          <ac:chgData name="J.J.Collins" userId="936e7121-291b-49d4-83b2-aee52c8c8513" providerId="ADAL" clId="{985CE113-D73E-4FB9-A18D-351F89CF89A7}" dt="2026-09-09T07:31:13.470" v="139" actId="26606"/>
          <ac:spMkLst>
            <pc:docMk/>
            <pc:sldMk cId="0" sldId="444"/>
            <ac:spMk id="4" creationId="{00000000-0000-0000-0000-000000000000}"/>
          </ac:spMkLst>
        </pc:spChg>
        <pc:graphicFrameChg chg="add">
          <ac:chgData name="J.J.Collins" userId="936e7121-291b-49d4-83b2-aee52c8c8513" providerId="ADAL" clId="{985CE113-D73E-4FB9-A18D-351F89CF89A7}" dt="2026-09-09T07:31:13.470" v="139" actId="26606"/>
          <ac:graphicFrameMkLst>
            <pc:docMk/>
            <pc:sldMk cId="0" sldId="444"/>
            <ac:graphicFrameMk id="6" creationId="{AE7953EA-744D-78B4-8050-3F209EB12212}"/>
          </ac:graphicFrameMkLst>
        </pc:graphicFrameChg>
      </pc:sldChg>
      <pc:sldChg chg="addSp delSp modSp mod">
        <pc:chgData name="J.J.Collins" userId="936e7121-291b-49d4-83b2-aee52c8c8513" providerId="ADAL" clId="{985CE113-D73E-4FB9-A18D-351F89CF89A7}" dt="2026-09-09T07:53:14.571" v="912" actId="26606"/>
        <pc:sldMkLst>
          <pc:docMk/>
          <pc:sldMk cId="0" sldId="448"/>
        </pc:sldMkLst>
        <pc:spChg chg="del mod">
          <ac:chgData name="J.J.Collins" userId="936e7121-291b-49d4-83b2-aee52c8c8513" providerId="ADAL" clId="{985CE113-D73E-4FB9-A18D-351F89CF89A7}" dt="2026-09-09T07:53:14.571" v="912" actId="26606"/>
          <ac:spMkLst>
            <pc:docMk/>
            <pc:sldMk cId="0" sldId="448"/>
            <ac:spMk id="4" creationId="{00000000-0000-0000-0000-000000000000}"/>
          </ac:spMkLst>
        </pc:spChg>
        <pc:graphicFrameChg chg="add">
          <ac:chgData name="J.J.Collins" userId="936e7121-291b-49d4-83b2-aee52c8c8513" providerId="ADAL" clId="{985CE113-D73E-4FB9-A18D-351F89CF89A7}" dt="2026-09-09T07:53:14.571" v="912" actId="26606"/>
          <ac:graphicFrameMkLst>
            <pc:docMk/>
            <pc:sldMk cId="0" sldId="448"/>
            <ac:graphicFrameMk id="6" creationId="{E6CA83E9-AB38-C4F8-06CD-0F82BDDA4C2B}"/>
          </ac:graphicFrameMkLst>
        </pc:graphicFrameChg>
      </pc:sldChg>
      <pc:sldChg chg="addSp delSp modSp mod">
        <pc:chgData name="J.J.Collins" userId="936e7121-291b-49d4-83b2-aee52c8c8513" providerId="ADAL" clId="{985CE113-D73E-4FB9-A18D-351F89CF89A7}" dt="2026-09-09T09:02:31.880" v="2009" actId="20577"/>
        <pc:sldMkLst>
          <pc:docMk/>
          <pc:sldMk cId="0" sldId="458"/>
        </pc:sldMkLst>
        <pc:spChg chg="add del">
          <ac:chgData name="J.J.Collins" userId="936e7121-291b-49d4-83b2-aee52c8c8513" providerId="ADAL" clId="{985CE113-D73E-4FB9-A18D-351F89CF89A7}" dt="2026-09-09T08:58:15.857" v="1848" actId="26606"/>
          <ac:spMkLst>
            <pc:docMk/>
            <pc:sldMk cId="0" sldId="458"/>
            <ac:spMk id="4" creationId="{00000000-0000-0000-0000-000000000000}"/>
          </ac:spMkLst>
        </pc:spChg>
        <pc:graphicFrameChg chg="add del">
          <ac:chgData name="J.J.Collins" userId="936e7121-291b-49d4-83b2-aee52c8c8513" providerId="ADAL" clId="{985CE113-D73E-4FB9-A18D-351F89CF89A7}" dt="2026-09-09T08:58:15.838" v="1847" actId="26606"/>
          <ac:graphicFrameMkLst>
            <pc:docMk/>
            <pc:sldMk cId="0" sldId="458"/>
            <ac:graphicFrameMk id="6" creationId="{D181708C-C371-027D-3555-33980541E2FF}"/>
          </ac:graphicFrameMkLst>
        </pc:graphicFrameChg>
        <pc:graphicFrameChg chg="add mod modGraphic">
          <ac:chgData name="J.J.Collins" userId="936e7121-291b-49d4-83b2-aee52c8c8513" providerId="ADAL" clId="{985CE113-D73E-4FB9-A18D-351F89CF89A7}" dt="2026-09-09T09:02:31.880" v="2009" actId="20577"/>
          <ac:graphicFrameMkLst>
            <pc:docMk/>
            <pc:sldMk cId="0" sldId="458"/>
            <ac:graphicFrameMk id="8" creationId="{08977965-CDE7-82D0-096D-BE07B5E1C425}"/>
          </ac:graphicFrameMkLst>
        </pc:graphicFrameChg>
      </pc:sldChg>
      <pc:sldChg chg="addSp delSp modSp mod">
        <pc:chgData name="J.J.Collins" userId="936e7121-291b-49d4-83b2-aee52c8c8513" providerId="ADAL" clId="{985CE113-D73E-4FB9-A18D-351F89CF89A7}" dt="2026-09-09T09:00:15.971" v="1865" actId="14100"/>
        <pc:sldMkLst>
          <pc:docMk/>
          <pc:sldMk cId="0" sldId="459"/>
        </pc:sldMkLst>
        <pc:spChg chg="mod">
          <ac:chgData name="J.J.Collins" userId="936e7121-291b-49d4-83b2-aee52c8c8513" providerId="ADAL" clId="{985CE113-D73E-4FB9-A18D-351F89CF89A7}" dt="2026-09-09T09:00:15.971" v="1865" actId="14100"/>
          <ac:spMkLst>
            <pc:docMk/>
            <pc:sldMk cId="0" sldId="459"/>
            <ac:spMk id="34818" creationId="{00000000-0000-0000-0000-000000000000}"/>
          </ac:spMkLst>
        </pc:spChg>
        <pc:spChg chg="add del">
          <ac:chgData name="J.J.Collins" userId="936e7121-291b-49d4-83b2-aee52c8c8513" providerId="ADAL" clId="{985CE113-D73E-4FB9-A18D-351F89CF89A7}" dt="2026-09-09T08:58:55.327" v="1851" actId="26606"/>
          <ac:spMkLst>
            <pc:docMk/>
            <pc:sldMk cId="0" sldId="459"/>
            <ac:spMk id="34819" creationId="{00000000-0000-0000-0000-000000000000}"/>
          </ac:spMkLst>
        </pc:spChg>
        <pc:graphicFrameChg chg="add del">
          <ac:chgData name="J.J.Collins" userId="936e7121-291b-49d4-83b2-aee52c8c8513" providerId="ADAL" clId="{985CE113-D73E-4FB9-A18D-351F89CF89A7}" dt="2026-09-09T08:58:46.721" v="1850" actId="26606"/>
          <ac:graphicFrameMkLst>
            <pc:docMk/>
            <pc:sldMk cId="0" sldId="459"/>
            <ac:graphicFrameMk id="34821" creationId="{6E52EA53-C6D4-FBFE-6EED-8B086A9DD966}"/>
          </ac:graphicFrameMkLst>
        </pc:graphicFrameChg>
        <pc:graphicFrameChg chg="add mod modGraphic">
          <ac:chgData name="J.J.Collins" userId="936e7121-291b-49d4-83b2-aee52c8c8513" providerId="ADAL" clId="{985CE113-D73E-4FB9-A18D-351F89CF89A7}" dt="2026-09-09T08:59:32.073" v="1858"/>
          <ac:graphicFrameMkLst>
            <pc:docMk/>
            <pc:sldMk cId="0" sldId="459"/>
            <ac:graphicFrameMk id="34822" creationId="{3461CB50-D185-C79F-70C0-DCC344E21B62}"/>
          </ac:graphicFrameMkLst>
        </pc:graphicFrameChg>
      </pc:sldChg>
      <pc:sldChg chg="del">
        <pc:chgData name="J.J.Collins" userId="936e7121-291b-49d4-83b2-aee52c8c8513" providerId="ADAL" clId="{985CE113-D73E-4FB9-A18D-351F89CF89A7}" dt="2026-09-09T09:00:24.774" v="1866" actId="2696"/>
        <pc:sldMkLst>
          <pc:docMk/>
          <pc:sldMk cId="0" sldId="469"/>
        </pc:sldMkLst>
      </pc:sldChg>
      <pc:sldChg chg="addSp delSp mod">
        <pc:chgData name="J.J.Collins" userId="936e7121-291b-49d4-83b2-aee52c8c8513" providerId="ADAL" clId="{985CE113-D73E-4FB9-A18D-351F89CF89A7}" dt="2026-09-09T07:53:29.414" v="913" actId="26606"/>
        <pc:sldMkLst>
          <pc:docMk/>
          <pc:sldMk cId="0" sldId="471"/>
        </pc:sldMkLst>
        <pc:spChg chg="del">
          <ac:chgData name="J.J.Collins" userId="936e7121-291b-49d4-83b2-aee52c8c8513" providerId="ADAL" clId="{985CE113-D73E-4FB9-A18D-351F89CF89A7}" dt="2026-09-09T07:53:29.414" v="913" actId="26606"/>
          <ac:spMkLst>
            <pc:docMk/>
            <pc:sldMk cId="0" sldId="471"/>
            <ac:spMk id="3" creationId="{00000000-0000-0000-0000-000000000000}"/>
          </ac:spMkLst>
        </pc:spChg>
        <pc:graphicFrameChg chg="add">
          <ac:chgData name="J.J.Collins" userId="936e7121-291b-49d4-83b2-aee52c8c8513" providerId="ADAL" clId="{985CE113-D73E-4FB9-A18D-351F89CF89A7}" dt="2026-09-09T07:53:29.414" v="913" actId="26606"/>
          <ac:graphicFrameMkLst>
            <pc:docMk/>
            <pc:sldMk cId="0" sldId="471"/>
            <ac:graphicFrameMk id="7" creationId="{DB0F7C8E-71CE-F6FE-8F9C-CFC027AEF619}"/>
          </ac:graphicFrameMkLst>
        </pc:graphicFrameChg>
      </pc:sldChg>
      <pc:sldChg chg="modSp mod">
        <pc:chgData name="J.J.Collins" userId="936e7121-291b-49d4-83b2-aee52c8c8513" providerId="ADAL" clId="{985CE113-D73E-4FB9-A18D-351F89CF89A7}" dt="2026-09-09T07:34:56.323" v="157" actId="20577"/>
        <pc:sldMkLst>
          <pc:docMk/>
          <pc:sldMk cId="3679023313" sldId="476"/>
        </pc:sldMkLst>
        <pc:spChg chg="mod">
          <ac:chgData name="J.J.Collins" userId="936e7121-291b-49d4-83b2-aee52c8c8513" providerId="ADAL" clId="{985CE113-D73E-4FB9-A18D-351F89CF89A7}" dt="2026-09-09T07:34:56.323" v="157" actId="20577"/>
          <ac:spMkLst>
            <pc:docMk/>
            <pc:sldMk cId="3679023313" sldId="476"/>
            <ac:spMk id="154" creationId="{00000000-0000-0000-0000-000000000000}"/>
          </ac:spMkLst>
        </pc:spChg>
      </pc:sldChg>
      <pc:sldChg chg="modSp mod">
        <pc:chgData name="J.J.Collins" userId="936e7121-291b-49d4-83b2-aee52c8c8513" providerId="ADAL" clId="{985CE113-D73E-4FB9-A18D-351F89CF89A7}" dt="2026-09-09T09:03:03.276" v="2010" actId="2"/>
        <pc:sldMkLst>
          <pc:docMk/>
          <pc:sldMk cId="1698322246" sldId="478"/>
        </pc:sldMkLst>
        <pc:spChg chg="mod">
          <ac:chgData name="J.J.Collins" userId="936e7121-291b-49d4-83b2-aee52c8c8513" providerId="ADAL" clId="{985CE113-D73E-4FB9-A18D-351F89CF89A7}" dt="2026-09-09T07:35:16.188" v="158"/>
          <ac:spMkLst>
            <pc:docMk/>
            <pc:sldMk cId="1698322246" sldId="478"/>
            <ac:spMk id="154" creationId="{00000000-0000-0000-0000-000000000000}"/>
          </ac:spMkLst>
        </pc:spChg>
        <pc:spChg chg="mod">
          <ac:chgData name="J.J.Collins" userId="936e7121-291b-49d4-83b2-aee52c8c8513" providerId="ADAL" clId="{985CE113-D73E-4FB9-A18D-351F89CF89A7}" dt="2026-09-09T09:03:03.276" v="2010" actId="2"/>
          <ac:spMkLst>
            <pc:docMk/>
            <pc:sldMk cId="1698322246" sldId="478"/>
            <ac:spMk id="155" creationId="{00000000-0000-0000-0000-000000000000}"/>
          </ac:spMkLst>
        </pc:spChg>
      </pc:sldChg>
      <pc:sldChg chg="modSp mod">
        <pc:chgData name="J.J.Collins" userId="936e7121-291b-49d4-83b2-aee52c8c8513" providerId="ADAL" clId="{985CE113-D73E-4FB9-A18D-351F89CF89A7}" dt="2026-09-09T07:55:55.709" v="949"/>
        <pc:sldMkLst>
          <pc:docMk/>
          <pc:sldMk cId="2630431758" sldId="479"/>
        </pc:sldMkLst>
        <pc:spChg chg="mod">
          <ac:chgData name="J.J.Collins" userId="936e7121-291b-49d4-83b2-aee52c8c8513" providerId="ADAL" clId="{985CE113-D73E-4FB9-A18D-351F89CF89A7}" dt="2026-09-09T07:55:55.709" v="949"/>
          <ac:spMkLst>
            <pc:docMk/>
            <pc:sldMk cId="2630431758" sldId="479"/>
            <ac:spMk id="154" creationId="{00000000-0000-0000-0000-000000000000}"/>
          </ac:spMkLst>
        </pc:spChg>
        <pc:spChg chg="mod">
          <ac:chgData name="J.J.Collins" userId="936e7121-291b-49d4-83b2-aee52c8c8513" providerId="ADAL" clId="{985CE113-D73E-4FB9-A18D-351F89CF89A7}" dt="2026-09-09T07:54:52.549" v="947" actId="113"/>
          <ac:spMkLst>
            <pc:docMk/>
            <pc:sldMk cId="2630431758" sldId="479"/>
            <ac:spMk id="155" creationId="{00000000-0000-0000-0000-000000000000}"/>
          </ac:spMkLst>
        </pc:spChg>
        <pc:spChg chg="mod">
          <ac:chgData name="J.J.Collins" userId="936e7121-291b-49d4-83b2-aee52c8c8513" providerId="ADAL" clId="{985CE113-D73E-4FB9-A18D-351F89CF89A7}" dt="2026-09-09T07:40:17.630" v="352" actId="14100"/>
          <ac:spMkLst>
            <pc:docMk/>
            <pc:sldMk cId="2630431758" sldId="479"/>
            <ac:spMk id="156" creationId="{00000000-0000-0000-0000-000000000000}"/>
          </ac:spMkLst>
        </pc:spChg>
      </pc:sldChg>
      <pc:sldChg chg="modSp mod">
        <pc:chgData name="J.J.Collins" userId="936e7121-291b-49d4-83b2-aee52c8c8513" providerId="ADAL" clId="{985CE113-D73E-4FB9-A18D-351F89CF89A7}" dt="2026-09-09T08:57:25.400" v="1845" actId="20577"/>
        <pc:sldMkLst>
          <pc:docMk/>
          <pc:sldMk cId="2017648472" sldId="520"/>
        </pc:sldMkLst>
        <pc:spChg chg="mod">
          <ac:chgData name="J.J.Collins" userId="936e7121-291b-49d4-83b2-aee52c8c8513" providerId="ADAL" clId="{985CE113-D73E-4FB9-A18D-351F89CF89A7}" dt="2026-09-09T08:57:25.400" v="1845" actId="20577"/>
          <ac:spMkLst>
            <pc:docMk/>
            <pc:sldMk cId="2017648472" sldId="520"/>
            <ac:spMk id="6" creationId="{00000000-0000-0000-0000-000000000000}"/>
          </ac:spMkLst>
        </pc:spChg>
      </pc:sldChg>
      <pc:sldChg chg="delSp modSp mod ord">
        <pc:chgData name="J.J.Collins" userId="936e7121-291b-49d4-83b2-aee52c8c8513" providerId="ADAL" clId="{985CE113-D73E-4FB9-A18D-351F89CF89A7}" dt="2026-09-09T07:59:28.949" v="1288" actId="14100"/>
        <pc:sldMkLst>
          <pc:docMk/>
          <pc:sldMk cId="3221297738" sldId="522"/>
        </pc:sldMkLst>
        <pc:spChg chg="mod">
          <ac:chgData name="J.J.Collins" userId="936e7121-291b-49d4-83b2-aee52c8c8513" providerId="ADAL" clId="{985CE113-D73E-4FB9-A18D-351F89CF89A7}" dt="2026-09-09T07:59:28.949" v="1288" actId="14100"/>
          <ac:spMkLst>
            <pc:docMk/>
            <pc:sldMk cId="3221297738" sldId="522"/>
            <ac:spMk id="5" creationId="{00000000-0000-0000-0000-000000000000}"/>
          </ac:spMkLst>
        </pc:spChg>
        <pc:spChg chg="del">
          <ac:chgData name="J.J.Collins" userId="936e7121-291b-49d4-83b2-aee52c8c8513" providerId="ADAL" clId="{985CE113-D73E-4FB9-A18D-351F89CF89A7}" dt="2026-09-09T07:59:21.213" v="1287" actId="21"/>
          <ac:spMkLst>
            <pc:docMk/>
            <pc:sldMk cId="3221297738" sldId="522"/>
            <ac:spMk id="6" creationId="{00000000-0000-0000-0000-000000000000}"/>
          </ac:spMkLst>
        </pc:spChg>
        <pc:spChg chg="mod">
          <ac:chgData name="J.J.Collins" userId="936e7121-291b-49d4-83b2-aee52c8c8513" providerId="ADAL" clId="{985CE113-D73E-4FB9-A18D-351F89CF89A7}" dt="2026-09-09T07:56:18.408" v="969" actId="14100"/>
          <ac:spMkLst>
            <pc:docMk/>
            <pc:sldMk cId="3221297738" sldId="522"/>
            <ac:spMk id="7" creationId="{00000000-0000-0000-0000-000000000000}"/>
          </ac:spMkLst>
        </pc:spChg>
      </pc:sldChg>
      <pc:sldChg chg="modSp mod">
        <pc:chgData name="J.J.Collins" userId="936e7121-291b-49d4-83b2-aee52c8c8513" providerId="ADAL" clId="{985CE113-D73E-4FB9-A18D-351F89CF89A7}" dt="2026-09-09T07:59:53.744" v="1299" actId="20577"/>
        <pc:sldMkLst>
          <pc:docMk/>
          <pc:sldMk cId="991490926" sldId="525"/>
        </pc:sldMkLst>
        <pc:spChg chg="mod">
          <ac:chgData name="J.J.Collins" userId="936e7121-291b-49d4-83b2-aee52c8c8513" providerId="ADAL" clId="{985CE113-D73E-4FB9-A18D-351F89CF89A7}" dt="2026-09-09T07:59:53.744" v="1299" actId="20577"/>
          <ac:spMkLst>
            <pc:docMk/>
            <pc:sldMk cId="991490926" sldId="525"/>
            <ac:spMk id="4" creationId="{00000000-0000-0000-0000-000000000000}"/>
          </ac:spMkLst>
        </pc:spChg>
      </pc:sldChg>
      <pc:sldChg chg="del">
        <pc:chgData name="J.J.Collins" userId="936e7121-291b-49d4-83b2-aee52c8c8513" providerId="ADAL" clId="{985CE113-D73E-4FB9-A18D-351F89CF89A7}" dt="2026-09-09T08:18:42.568" v="1818" actId="2696"/>
        <pc:sldMkLst>
          <pc:docMk/>
          <pc:sldMk cId="4016513753" sldId="526"/>
        </pc:sldMkLst>
      </pc:sldChg>
      <pc:sldChg chg="modSp mod">
        <pc:chgData name="J.J.Collins" userId="936e7121-291b-49d4-83b2-aee52c8c8513" providerId="ADAL" clId="{985CE113-D73E-4FB9-A18D-351F89CF89A7}" dt="2026-09-09T07:29:16.243" v="30" actId="27636"/>
        <pc:sldMkLst>
          <pc:docMk/>
          <pc:sldMk cId="1925891024" sldId="527"/>
        </pc:sldMkLst>
        <pc:spChg chg="mod">
          <ac:chgData name="J.J.Collins" userId="936e7121-291b-49d4-83b2-aee52c8c8513" providerId="ADAL" clId="{985CE113-D73E-4FB9-A18D-351F89CF89A7}" dt="2026-09-09T07:29:16.243" v="30" actId="27636"/>
          <ac:spMkLst>
            <pc:docMk/>
            <pc:sldMk cId="1925891024" sldId="527"/>
            <ac:spMk id="3" creationId="{9A52AFBE-4D76-E557-8C83-8C810219A5AC}"/>
          </ac:spMkLst>
        </pc:spChg>
      </pc:sldChg>
      <pc:sldChg chg="addSp modSp new mod ord">
        <pc:chgData name="J.J.Collins" userId="936e7121-291b-49d4-83b2-aee52c8c8513" providerId="ADAL" clId="{985CE113-D73E-4FB9-A18D-351F89CF89A7}" dt="2026-09-09T09:03:05.141" v="2011" actId="2"/>
        <pc:sldMkLst>
          <pc:docMk/>
          <pc:sldMk cId="2187655115" sldId="528"/>
        </pc:sldMkLst>
        <pc:spChg chg="add mod">
          <ac:chgData name="J.J.Collins" userId="936e7121-291b-49d4-83b2-aee52c8c8513" providerId="ADAL" clId="{985CE113-D73E-4FB9-A18D-351F89CF89A7}" dt="2026-09-09T09:03:05.141" v="2011" actId="2"/>
          <ac:spMkLst>
            <pc:docMk/>
            <pc:sldMk cId="2187655115" sldId="528"/>
            <ac:spMk id="4" creationId="{81795ECD-B24D-73E7-B05F-7F3BC38E15D1}"/>
          </ac:spMkLst>
        </pc:spChg>
        <pc:spChg chg="add mod">
          <ac:chgData name="J.J.Collins" userId="936e7121-291b-49d4-83b2-aee52c8c8513" providerId="ADAL" clId="{985CE113-D73E-4FB9-A18D-351F89CF89A7}" dt="2026-09-09T07:51:02.324" v="900" actId="207"/>
          <ac:spMkLst>
            <pc:docMk/>
            <pc:sldMk cId="2187655115" sldId="528"/>
            <ac:spMk id="6" creationId="{6CC37D4A-7DA2-2E71-3130-D8E4F5400574}"/>
          </ac:spMkLst>
        </pc:spChg>
      </pc:sldChg>
      <pc:sldChg chg="addSp delSp modSp add mod ord">
        <pc:chgData name="J.J.Collins" userId="936e7121-291b-49d4-83b2-aee52c8c8513" providerId="ADAL" clId="{985CE113-D73E-4FB9-A18D-351F89CF89A7}" dt="2026-09-09T08:14:58.578" v="1713" actId="20577"/>
        <pc:sldMkLst>
          <pc:docMk/>
          <pc:sldMk cId="2254076708" sldId="529"/>
        </pc:sldMkLst>
        <pc:spChg chg="add del mod">
          <ac:chgData name="J.J.Collins" userId="936e7121-291b-49d4-83b2-aee52c8c8513" providerId="ADAL" clId="{985CE113-D73E-4FB9-A18D-351F89CF89A7}" dt="2026-09-09T08:13:37.146" v="1683" actId="931"/>
          <ac:spMkLst>
            <pc:docMk/>
            <pc:sldMk cId="2254076708" sldId="529"/>
            <ac:spMk id="3" creationId="{72E37784-2988-0A60-8C60-71FF8227B502}"/>
          </ac:spMkLst>
        </pc:spChg>
        <pc:spChg chg="mod">
          <ac:chgData name="J.J.Collins" userId="936e7121-291b-49d4-83b2-aee52c8c8513" providerId="ADAL" clId="{985CE113-D73E-4FB9-A18D-351F89CF89A7}" dt="2026-09-09T08:14:58.578" v="1713" actId="20577"/>
          <ac:spMkLst>
            <pc:docMk/>
            <pc:sldMk cId="2254076708" sldId="529"/>
            <ac:spMk id="155" creationId="{DD232E91-A153-641C-82C0-76CBF027732A}"/>
          </ac:spMkLst>
        </pc:spChg>
        <pc:spChg chg="mod">
          <ac:chgData name="J.J.Collins" userId="936e7121-291b-49d4-83b2-aee52c8c8513" providerId="ADAL" clId="{985CE113-D73E-4FB9-A18D-351F89CF89A7}" dt="2026-09-09T08:05:50.918" v="1344" actId="20577"/>
          <ac:spMkLst>
            <pc:docMk/>
            <pc:sldMk cId="2254076708" sldId="529"/>
            <ac:spMk id="156" creationId="{D40C6EAB-3B29-9B7B-F84D-70A045E22DA9}"/>
          </ac:spMkLst>
        </pc:spChg>
        <pc:picChg chg="add mod ord">
          <ac:chgData name="J.J.Collins" userId="936e7121-291b-49d4-83b2-aee52c8c8513" providerId="ADAL" clId="{985CE113-D73E-4FB9-A18D-351F89CF89A7}" dt="2026-09-09T08:13:37.146" v="1683" actId="931"/>
          <ac:picMkLst>
            <pc:docMk/>
            <pc:sldMk cId="2254076708" sldId="529"/>
            <ac:picMk id="6" creationId="{E9D55260-BA79-91A7-59AA-6461F412CDA4}"/>
          </ac:picMkLst>
        </pc:picChg>
        <pc:picChg chg="del">
          <ac:chgData name="J.J.Collins" userId="936e7121-291b-49d4-83b2-aee52c8c8513" providerId="ADAL" clId="{985CE113-D73E-4FB9-A18D-351F89CF89A7}" dt="2026-09-09T08:13:24.885" v="1682" actId="21"/>
          <ac:picMkLst>
            <pc:docMk/>
            <pc:sldMk cId="2254076708" sldId="529"/>
            <ac:picMk id="10" creationId="{30EC17F1-B5E8-AD0E-9B93-E8B02D9038C1}"/>
          </ac:picMkLst>
        </pc:picChg>
      </pc:sldChg>
      <pc:sldChg chg="add del">
        <pc:chgData name="J.J.Collins" userId="936e7121-291b-49d4-83b2-aee52c8c8513" providerId="ADAL" clId="{985CE113-D73E-4FB9-A18D-351F89CF89A7}" dt="2026-09-09T08:17:51.053" v="1800" actId="2696"/>
        <pc:sldMkLst>
          <pc:docMk/>
          <pc:sldMk cId="2890701246" sldId="530"/>
        </pc:sldMkLst>
      </pc:sldChg>
      <pc:sldChg chg="modSp new mod">
        <pc:chgData name="J.J.Collins" userId="936e7121-291b-49d4-83b2-aee52c8c8513" providerId="ADAL" clId="{985CE113-D73E-4FB9-A18D-351F89CF89A7}" dt="2026-09-09T08:18:39.390" v="1817" actId="14100"/>
        <pc:sldMkLst>
          <pc:docMk/>
          <pc:sldMk cId="3214831675" sldId="531"/>
        </pc:sldMkLst>
        <pc:spChg chg="mod">
          <ac:chgData name="J.J.Collins" userId="936e7121-291b-49d4-83b2-aee52c8c8513" providerId="ADAL" clId="{985CE113-D73E-4FB9-A18D-351F89CF89A7}" dt="2026-09-09T08:18:08.310" v="1811" actId="20577"/>
          <ac:spMkLst>
            <pc:docMk/>
            <pc:sldMk cId="3214831675" sldId="531"/>
            <ac:spMk id="2" creationId="{B289A11C-47FC-62BA-068A-59913B2127C0}"/>
          </ac:spMkLst>
        </pc:spChg>
        <pc:spChg chg="mod">
          <ac:chgData name="J.J.Collins" userId="936e7121-291b-49d4-83b2-aee52c8c8513" providerId="ADAL" clId="{985CE113-D73E-4FB9-A18D-351F89CF89A7}" dt="2026-09-09T08:18:39.390" v="1817" actId="14100"/>
          <ac:spMkLst>
            <pc:docMk/>
            <pc:sldMk cId="3214831675" sldId="531"/>
            <ac:spMk id="3" creationId="{998D12FC-47E6-E35C-B29A-925B334D559C}"/>
          </ac:spMkLst>
        </pc:spChg>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 Id="rId5" Type="http://schemas.openxmlformats.org/officeDocument/2006/relationships/image" Target="../media/image27.svg"/><Relationship Id="rId4" Type="http://schemas.openxmlformats.org/officeDocument/2006/relationships/image" Target="../media/image26.svg"/></Relationships>
</file>

<file path=ppt/diagrams/_rels/data5.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image" Target="../media/image30.svg"/><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 Id="rId5" Type="http://schemas.openxmlformats.org/officeDocument/2006/relationships/image" Target="../media/image27.svg"/><Relationship Id="rId4" Type="http://schemas.openxmlformats.org/officeDocument/2006/relationships/image" Target="../media/image26.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image" Target="../media/image30.svg"/><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4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4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34CA97D-03C2-4632-BEF2-6D6BF0712C33}" type="doc">
      <dgm:prSet loTypeId="urn:microsoft.com/office/officeart/2005/8/layout/hierarchy3" loCatId="hierarchy" qsTypeId="urn:microsoft.com/office/officeart/2005/8/quickstyle/simple1#3" qsCatId="simple" csTypeId="urn:microsoft.com/office/officeart/2005/8/colors/accent1_2#3" csCatId="accent1"/>
      <dgm:spPr/>
      <dgm:t>
        <a:bodyPr/>
        <a:lstStyle/>
        <a:p>
          <a:endParaRPr lang="en-US"/>
        </a:p>
      </dgm:t>
    </dgm:pt>
    <dgm:pt modelId="{39B7224D-C7E3-4C9F-B190-A5202536D277}">
      <dgm:prSet/>
      <dgm:spPr/>
      <dgm:t>
        <a:bodyPr/>
        <a:lstStyle/>
        <a:p>
          <a:r>
            <a:rPr lang="en-IE" dirty="0"/>
            <a:t>UML usage is not very popular anymore.</a:t>
          </a:r>
          <a:endParaRPr lang="en-US" dirty="0"/>
        </a:p>
      </dgm:t>
    </dgm:pt>
    <dgm:pt modelId="{BB395E1F-ADE0-4A2D-9D76-48C2C2EE3424}" type="parTrans" cxnId="{0F7A3975-13A1-44B4-BA5D-F5503C3C4879}">
      <dgm:prSet/>
      <dgm:spPr/>
      <dgm:t>
        <a:bodyPr/>
        <a:lstStyle/>
        <a:p>
          <a:endParaRPr lang="en-US"/>
        </a:p>
      </dgm:t>
    </dgm:pt>
    <dgm:pt modelId="{7C8E1A77-FAC2-4496-9097-4C156D0DF68C}" type="sibTrans" cxnId="{0F7A3975-13A1-44B4-BA5D-F5503C3C4879}">
      <dgm:prSet/>
      <dgm:spPr/>
      <dgm:t>
        <a:bodyPr/>
        <a:lstStyle/>
        <a:p>
          <a:endParaRPr lang="en-US"/>
        </a:p>
      </dgm:t>
    </dgm:pt>
    <dgm:pt modelId="{64081A7E-4BF9-43CD-A94B-C343EF1F37E8}">
      <dgm:prSet/>
      <dgm:spPr/>
      <dgm:t>
        <a:bodyPr/>
        <a:lstStyle/>
        <a:p>
          <a:r>
            <a:rPr lang="en-IE" dirty="0"/>
            <a:t>Petre, Marian (2013). UML in practice. In: </a:t>
          </a:r>
          <a:r>
            <a:rPr lang="en-IE" i="1" dirty="0"/>
            <a:t>35th International Conference on Software Engineering (ICSE 2013)</a:t>
          </a:r>
          <a:r>
            <a:rPr lang="en-IE" dirty="0"/>
            <a:t>, pages 722-731.</a:t>
          </a:r>
          <a:endParaRPr lang="en-US" dirty="0"/>
        </a:p>
      </dgm:t>
    </dgm:pt>
    <dgm:pt modelId="{8F22156B-F211-4CE9-A844-ECB59A8789D8}" type="parTrans" cxnId="{89D75F5D-B6A8-4356-8570-0CBFE9AF589E}">
      <dgm:prSet/>
      <dgm:spPr/>
      <dgm:t>
        <a:bodyPr/>
        <a:lstStyle/>
        <a:p>
          <a:endParaRPr lang="en-US"/>
        </a:p>
      </dgm:t>
    </dgm:pt>
    <dgm:pt modelId="{52FF0137-5149-4C53-9F87-16416C2956D4}" type="sibTrans" cxnId="{89D75F5D-B6A8-4356-8570-0CBFE9AF589E}">
      <dgm:prSet/>
      <dgm:spPr/>
      <dgm:t>
        <a:bodyPr/>
        <a:lstStyle/>
        <a:p>
          <a:endParaRPr lang="en-US"/>
        </a:p>
      </dgm:t>
    </dgm:pt>
    <dgm:pt modelId="{1439B098-CCCD-45CE-B718-585FD5AF0956}">
      <dgm:prSet/>
      <dgm:spPr/>
      <dgm:t>
        <a:bodyPr/>
        <a:lstStyle/>
        <a:p>
          <a:r>
            <a:rPr lang="en-IE" dirty="0"/>
            <a:t>Why </a:t>
          </a:r>
          <a:r>
            <a:rPr lang="en-IE" dirty="0">
              <a:sym typeface="Wingdings" panose="05000000000000000000" pitchFamily="2" charset="2"/>
            </a:rPr>
            <a:t></a:t>
          </a:r>
          <a:r>
            <a:rPr lang="en-IE" dirty="0"/>
            <a:t> heavy commitment to UP-FRONT design. </a:t>
          </a:r>
          <a:endParaRPr lang="en-US" dirty="0"/>
        </a:p>
      </dgm:t>
    </dgm:pt>
    <dgm:pt modelId="{171EB17A-3EE5-4B16-AF05-2BEB2172535C}" type="parTrans" cxnId="{E17EC54A-1662-45FA-B248-03239C5B519B}">
      <dgm:prSet/>
      <dgm:spPr/>
      <dgm:t>
        <a:bodyPr/>
        <a:lstStyle/>
        <a:p>
          <a:endParaRPr lang="en-US"/>
        </a:p>
      </dgm:t>
    </dgm:pt>
    <dgm:pt modelId="{A086AC10-2F86-48BD-8CD9-F00407ADCFD2}" type="sibTrans" cxnId="{E17EC54A-1662-45FA-B248-03239C5B519B}">
      <dgm:prSet/>
      <dgm:spPr/>
      <dgm:t>
        <a:bodyPr/>
        <a:lstStyle/>
        <a:p>
          <a:endParaRPr lang="en-US"/>
        </a:p>
      </dgm:t>
    </dgm:pt>
    <dgm:pt modelId="{F97C62D4-3EA6-4BB3-888D-B5A74BB4D650}">
      <dgm:prSet/>
      <dgm:spPr/>
      <dgm:t>
        <a:bodyPr/>
        <a:lstStyle/>
        <a:p>
          <a:r>
            <a:rPr lang="en-IE" dirty="0"/>
            <a:t>Popularity of agile practices: SCRUM and XP.</a:t>
          </a:r>
          <a:endParaRPr lang="en-US" dirty="0"/>
        </a:p>
      </dgm:t>
    </dgm:pt>
    <dgm:pt modelId="{7EA5071E-41F6-4A80-A869-2DAAB966DB04}" type="parTrans" cxnId="{D5C0D62D-4784-4317-B525-415342D8C31C}">
      <dgm:prSet/>
      <dgm:spPr/>
      <dgm:t>
        <a:bodyPr/>
        <a:lstStyle/>
        <a:p>
          <a:endParaRPr lang="en-US"/>
        </a:p>
      </dgm:t>
    </dgm:pt>
    <dgm:pt modelId="{0E8D678A-F65E-4C28-91FB-E40DCAD15640}" type="sibTrans" cxnId="{D5C0D62D-4784-4317-B525-415342D8C31C}">
      <dgm:prSet/>
      <dgm:spPr/>
      <dgm:t>
        <a:bodyPr/>
        <a:lstStyle/>
        <a:p>
          <a:endParaRPr lang="en-US"/>
        </a:p>
      </dgm:t>
    </dgm:pt>
    <dgm:pt modelId="{2F069909-F45D-4B64-AB6F-631793C2B7E0}">
      <dgm:prSet/>
      <dgm:spPr/>
      <dgm:t>
        <a:bodyPr/>
        <a:lstStyle/>
        <a:p>
          <a:r>
            <a:rPr lang="en-IE" b="1" dirty="0"/>
            <a:t>Why study UML?</a:t>
          </a:r>
          <a:endParaRPr lang="en-US" dirty="0"/>
        </a:p>
      </dgm:t>
    </dgm:pt>
    <dgm:pt modelId="{3EEFCAC7-B914-4DCD-9190-FE53B34E8AD8}" type="parTrans" cxnId="{5219F7DB-212C-431C-B280-286BEDC14DCC}">
      <dgm:prSet/>
      <dgm:spPr/>
      <dgm:t>
        <a:bodyPr/>
        <a:lstStyle/>
        <a:p>
          <a:endParaRPr lang="en-US"/>
        </a:p>
      </dgm:t>
    </dgm:pt>
    <dgm:pt modelId="{4A9554AC-0F10-45F3-90F4-445550F942B3}" type="sibTrans" cxnId="{5219F7DB-212C-431C-B280-286BEDC14DCC}">
      <dgm:prSet/>
      <dgm:spPr/>
      <dgm:t>
        <a:bodyPr/>
        <a:lstStyle/>
        <a:p>
          <a:endParaRPr lang="en-US"/>
        </a:p>
      </dgm:t>
    </dgm:pt>
    <dgm:pt modelId="{14BC856E-0FC8-45D9-A999-2435AE93D86B}">
      <dgm:prSet/>
      <dgm:spPr/>
      <dgm:t>
        <a:bodyPr/>
        <a:lstStyle/>
        <a:p>
          <a:r>
            <a:rPr lang="en-IE" b="1" dirty="0"/>
            <a:t>De facto standard.</a:t>
          </a:r>
          <a:endParaRPr lang="en-US" dirty="0"/>
        </a:p>
      </dgm:t>
    </dgm:pt>
    <dgm:pt modelId="{5527A34B-E91B-4A81-9E61-FB14B532E4A6}" type="parTrans" cxnId="{CDD29916-5BA0-4F64-A22A-FB6EA0D38267}">
      <dgm:prSet/>
      <dgm:spPr/>
      <dgm:t>
        <a:bodyPr/>
        <a:lstStyle/>
        <a:p>
          <a:endParaRPr lang="en-US"/>
        </a:p>
      </dgm:t>
    </dgm:pt>
    <dgm:pt modelId="{0BA2BD71-9476-49FA-9F67-F437B6D9B355}" type="sibTrans" cxnId="{CDD29916-5BA0-4F64-A22A-FB6EA0D38267}">
      <dgm:prSet/>
      <dgm:spPr/>
      <dgm:t>
        <a:bodyPr/>
        <a:lstStyle/>
        <a:p>
          <a:endParaRPr lang="en-US"/>
        </a:p>
      </dgm:t>
    </dgm:pt>
    <dgm:pt modelId="{54DD4DD2-7AED-47FF-9DA9-5E1E4F202F6F}">
      <dgm:prSet/>
      <dgm:spPr/>
      <dgm:t>
        <a:bodyPr/>
        <a:lstStyle/>
        <a:p>
          <a:r>
            <a:rPr lang="en-IE" b="1" dirty="0"/>
            <a:t>Helps novices to reason explicitly about design.</a:t>
          </a:r>
          <a:endParaRPr lang="en-US" dirty="0"/>
        </a:p>
      </dgm:t>
    </dgm:pt>
    <dgm:pt modelId="{10F28A93-240A-4B48-B608-A1CB76AEA945}" type="parTrans" cxnId="{7DE63CA5-BF35-4286-86F0-17BCF7A6CB97}">
      <dgm:prSet/>
      <dgm:spPr/>
      <dgm:t>
        <a:bodyPr/>
        <a:lstStyle/>
        <a:p>
          <a:endParaRPr lang="en-US"/>
        </a:p>
      </dgm:t>
    </dgm:pt>
    <dgm:pt modelId="{DE3F0038-17CC-4F37-A680-049C3F1BF874}" type="sibTrans" cxnId="{7DE63CA5-BF35-4286-86F0-17BCF7A6CB97}">
      <dgm:prSet/>
      <dgm:spPr/>
      <dgm:t>
        <a:bodyPr/>
        <a:lstStyle/>
        <a:p>
          <a:endParaRPr lang="en-US"/>
        </a:p>
      </dgm:t>
    </dgm:pt>
    <dgm:pt modelId="{FE3112D5-9892-4385-9A0F-77DB8B0F3EF8}">
      <dgm:prSet/>
      <dgm:spPr/>
      <dgm:t>
        <a:bodyPr/>
        <a:lstStyle/>
        <a:p>
          <a:r>
            <a:rPr lang="en-IE" b="1" dirty="0"/>
            <a:t>Good for compute intensive applications – scientific, simulation, frameworks, tools.  </a:t>
          </a:r>
          <a:endParaRPr lang="en-US" dirty="0"/>
        </a:p>
      </dgm:t>
    </dgm:pt>
    <dgm:pt modelId="{B19858FD-36BE-4EE3-A878-ADA5A1003FC7}" type="parTrans" cxnId="{E4AF1A4E-A615-4329-8C75-FABD19578DB0}">
      <dgm:prSet/>
      <dgm:spPr/>
      <dgm:t>
        <a:bodyPr/>
        <a:lstStyle/>
        <a:p>
          <a:endParaRPr lang="en-US"/>
        </a:p>
      </dgm:t>
    </dgm:pt>
    <dgm:pt modelId="{7EC0FA7F-4943-4052-BB58-9AC2D68E3C97}" type="sibTrans" cxnId="{E4AF1A4E-A615-4329-8C75-FABD19578DB0}">
      <dgm:prSet/>
      <dgm:spPr/>
      <dgm:t>
        <a:bodyPr/>
        <a:lstStyle/>
        <a:p>
          <a:endParaRPr lang="en-US"/>
        </a:p>
      </dgm:t>
    </dgm:pt>
    <dgm:pt modelId="{43699431-7CEB-44F7-8A4C-8CF0CD965353}" type="pres">
      <dgm:prSet presAssocID="{034CA97D-03C2-4632-BEF2-6D6BF0712C33}" presName="diagram" presStyleCnt="0">
        <dgm:presLayoutVars>
          <dgm:chPref val="1"/>
          <dgm:dir/>
          <dgm:animOne val="branch"/>
          <dgm:animLvl val="lvl"/>
          <dgm:resizeHandles/>
        </dgm:presLayoutVars>
      </dgm:prSet>
      <dgm:spPr/>
    </dgm:pt>
    <dgm:pt modelId="{C80CADF5-4DAB-44F2-9C7C-402493147B37}" type="pres">
      <dgm:prSet presAssocID="{39B7224D-C7E3-4C9F-B190-A5202536D277}" presName="root" presStyleCnt="0"/>
      <dgm:spPr/>
    </dgm:pt>
    <dgm:pt modelId="{9D1AA299-F80C-41C9-AFCA-E46A237E85EF}" type="pres">
      <dgm:prSet presAssocID="{39B7224D-C7E3-4C9F-B190-A5202536D277}" presName="rootComposite" presStyleCnt="0"/>
      <dgm:spPr/>
    </dgm:pt>
    <dgm:pt modelId="{0FA8E720-550C-4ECB-BB6D-0AED0538076E}" type="pres">
      <dgm:prSet presAssocID="{39B7224D-C7E3-4C9F-B190-A5202536D277}" presName="rootText" presStyleLbl="node1" presStyleIdx="0" presStyleCnt="4"/>
      <dgm:spPr/>
    </dgm:pt>
    <dgm:pt modelId="{13595EE5-F9EA-431B-99CF-91560041B46C}" type="pres">
      <dgm:prSet presAssocID="{39B7224D-C7E3-4C9F-B190-A5202536D277}" presName="rootConnector" presStyleLbl="node1" presStyleIdx="0" presStyleCnt="4"/>
      <dgm:spPr/>
    </dgm:pt>
    <dgm:pt modelId="{C4447D55-06C1-4203-AA0D-9C550F4ECBC8}" type="pres">
      <dgm:prSet presAssocID="{39B7224D-C7E3-4C9F-B190-A5202536D277}" presName="childShape" presStyleCnt="0"/>
      <dgm:spPr/>
    </dgm:pt>
    <dgm:pt modelId="{0C92AE37-1824-40DD-BB06-8BF8455AEC1E}" type="pres">
      <dgm:prSet presAssocID="{8F22156B-F211-4CE9-A844-ECB59A8789D8}" presName="Name13" presStyleLbl="parChTrans1D2" presStyleIdx="0" presStyleCnt="4"/>
      <dgm:spPr/>
    </dgm:pt>
    <dgm:pt modelId="{48691C7E-F6EB-48F0-93D4-BA1332E00D2C}" type="pres">
      <dgm:prSet presAssocID="{64081A7E-4BF9-43CD-A94B-C343EF1F37E8}" presName="childText" presStyleLbl="bgAcc1" presStyleIdx="0" presStyleCnt="4">
        <dgm:presLayoutVars>
          <dgm:bulletEnabled val="1"/>
        </dgm:presLayoutVars>
      </dgm:prSet>
      <dgm:spPr/>
    </dgm:pt>
    <dgm:pt modelId="{49F7A87C-98DE-4B96-AE14-6B4011A49178}" type="pres">
      <dgm:prSet presAssocID="{1439B098-CCCD-45CE-B718-585FD5AF0956}" presName="root" presStyleCnt="0"/>
      <dgm:spPr/>
    </dgm:pt>
    <dgm:pt modelId="{D38DBA1B-5311-49B1-8322-724E4A47578A}" type="pres">
      <dgm:prSet presAssocID="{1439B098-CCCD-45CE-B718-585FD5AF0956}" presName="rootComposite" presStyleCnt="0"/>
      <dgm:spPr/>
    </dgm:pt>
    <dgm:pt modelId="{7538D0E1-C697-40B7-826E-16F08777E6CB}" type="pres">
      <dgm:prSet presAssocID="{1439B098-CCCD-45CE-B718-585FD5AF0956}" presName="rootText" presStyleLbl="node1" presStyleIdx="1" presStyleCnt="4"/>
      <dgm:spPr/>
    </dgm:pt>
    <dgm:pt modelId="{BB449E68-024A-4244-B4F9-2C2A788D07C0}" type="pres">
      <dgm:prSet presAssocID="{1439B098-CCCD-45CE-B718-585FD5AF0956}" presName="rootConnector" presStyleLbl="node1" presStyleIdx="1" presStyleCnt="4"/>
      <dgm:spPr/>
    </dgm:pt>
    <dgm:pt modelId="{2B995DA5-9073-4F32-909B-80310DB4D733}" type="pres">
      <dgm:prSet presAssocID="{1439B098-CCCD-45CE-B718-585FD5AF0956}" presName="childShape" presStyleCnt="0"/>
      <dgm:spPr/>
    </dgm:pt>
    <dgm:pt modelId="{F46A89E7-DFCD-43C9-AD8E-0DAF252A33F4}" type="pres">
      <dgm:prSet presAssocID="{F97C62D4-3EA6-4BB3-888D-B5A74BB4D650}" presName="root" presStyleCnt="0"/>
      <dgm:spPr/>
    </dgm:pt>
    <dgm:pt modelId="{53F8C215-9FB7-4457-9160-4526538EAA49}" type="pres">
      <dgm:prSet presAssocID="{F97C62D4-3EA6-4BB3-888D-B5A74BB4D650}" presName="rootComposite" presStyleCnt="0"/>
      <dgm:spPr/>
    </dgm:pt>
    <dgm:pt modelId="{F25A2204-FE7B-4BBE-8DD9-7E3F125942D9}" type="pres">
      <dgm:prSet presAssocID="{F97C62D4-3EA6-4BB3-888D-B5A74BB4D650}" presName="rootText" presStyleLbl="node1" presStyleIdx="2" presStyleCnt="4"/>
      <dgm:spPr/>
    </dgm:pt>
    <dgm:pt modelId="{254FEC3C-F9CF-4C8C-A261-50CC954B957D}" type="pres">
      <dgm:prSet presAssocID="{F97C62D4-3EA6-4BB3-888D-B5A74BB4D650}" presName="rootConnector" presStyleLbl="node1" presStyleIdx="2" presStyleCnt="4"/>
      <dgm:spPr/>
    </dgm:pt>
    <dgm:pt modelId="{E82A6066-D1C1-4685-8528-B53AA3DB7ED4}" type="pres">
      <dgm:prSet presAssocID="{F97C62D4-3EA6-4BB3-888D-B5A74BB4D650}" presName="childShape" presStyleCnt="0"/>
      <dgm:spPr/>
    </dgm:pt>
    <dgm:pt modelId="{ED52A118-65C3-4B3C-A986-3A7D8DA6CF82}" type="pres">
      <dgm:prSet presAssocID="{2F069909-F45D-4B64-AB6F-631793C2B7E0}" presName="root" presStyleCnt="0"/>
      <dgm:spPr/>
    </dgm:pt>
    <dgm:pt modelId="{5A9112F0-47A4-47C3-9A7B-5F8A9AB902F6}" type="pres">
      <dgm:prSet presAssocID="{2F069909-F45D-4B64-AB6F-631793C2B7E0}" presName="rootComposite" presStyleCnt="0"/>
      <dgm:spPr/>
    </dgm:pt>
    <dgm:pt modelId="{12AE2515-1FF3-4B62-A532-28E9C9579672}" type="pres">
      <dgm:prSet presAssocID="{2F069909-F45D-4B64-AB6F-631793C2B7E0}" presName="rootText" presStyleLbl="node1" presStyleIdx="3" presStyleCnt="4"/>
      <dgm:spPr/>
    </dgm:pt>
    <dgm:pt modelId="{9E09CF99-7EC5-4BB6-BE3B-9CDA135104F1}" type="pres">
      <dgm:prSet presAssocID="{2F069909-F45D-4B64-AB6F-631793C2B7E0}" presName="rootConnector" presStyleLbl="node1" presStyleIdx="3" presStyleCnt="4"/>
      <dgm:spPr/>
    </dgm:pt>
    <dgm:pt modelId="{CA04CCF3-3C6F-41F1-A638-174946AB82E2}" type="pres">
      <dgm:prSet presAssocID="{2F069909-F45D-4B64-AB6F-631793C2B7E0}" presName="childShape" presStyleCnt="0"/>
      <dgm:spPr/>
    </dgm:pt>
    <dgm:pt modelId="{65EFAF56-990D-4985-8696-587A9C256FEE}" type="pres">
      <dgm:prSet presAssocID="{5527A34B-E91B-4A81-9E61-FB14B532E4A6}" presName="Name13" presStyleLbl="parChTrans1D2" presStyleIdx="1" presStyleCnt="4"/>
      <dgm:spPr/>
    </dgm:pt>
    <dgm:pt modelId="{44FB4AC2-1ECF-4551-B4A7-195B944CB33A}" type="pres">
      <dgm:prSet presAssocID="{14BC856E-0FC8-45D9-A999-2435AE93D86B}" presName="childText" presStyleLbl="bgAcc1" presStyleIdx="1" presStyleCnt="4">
        <dgm:presLayoutVars>
          <dgm:bulletEnabled val="1"/>
        </dgm:presLayoutVars>
      </dgm:prSet>
      <dgm:spPr/>
    </dgm:pt>
    <dgm:pt modelId="{E1BECEF1-9747-4370-B11B-D32EDFE65DFC}" type="pres">
      <dgm:prSet presAssocID="{10F28A93-240A-4B48-B608-A1CB76AEA945}" presName="Name13" presStyleLbl="parChTrans1D2" presStyleIdx="2" presStyleCnt="4"/>
      <dgm:spPr/>
    </dgm:pt>
    <dgm:pt modelId="{938EC099-6994-4CA5-A841-2873ACA68166}" type="pres">
      <dgm:prSet presAssocID="{54DD4DD2-7AED-47FF-9DA9-5E1E4F202F6F}" presName="childText" presStyleLbl="bgAcc1" presStyleIdx="2" presStyleCnt="4">
        <dgm:presLayoutVars>
          <dgm:bulletEnabled val="1"/>
        </dgm:presLayoutVars>
      </dgm:prSet>
      <dgm:spPr/>
    </dgm:pt>
    <dgm:pt modelId="{8EBD67BA-B804-41EF-979E-DDF93AF52052}" type="pres">
      <dgm:prSet presAssocID="{B19858FD-36BE-4EE3-A878-ADA5A1003FC7}" presName="Name13" presStyleLbl="parChTrans1D2" presStyleIdx="3" presStyleCnt="4"/>
      <dgm:spPr/>
    </dgm:pt>
    <dgm:pt modelId="{29A62912-7F61-4926-8D39-AF67F3F45C1E}" type="pres">
      <dgm:prSet presAssocID="{FE3112D5-9892-4385-9A0F-77DB8B0F3EF8}" presName="childText" presStyleLbl="bgAcc1" presStyleIdx="3" presStyleCnt="4">
        <dgm:presLayoutVars>
          <dgm:bulletEnabled val="1"/>
        </dgm:presLayoutVars>
      </dgm:prSet>
      <dgm:spPr/>
    </dgm:pt>
  </dgm:ptLst>
  <dgm:cxnLst>
    <dgm:cxn modelId="{CDD29916-5BA0-4F64-A22A-FB6EA0D38267}" srcId="{2F069909-F45D-4B64-AB6F-631793C2B7E0}" destId="{14BC856E-0FC8-45D9-A999-2435AE93D86B}" srcOrd="0" destOrd="0" parTransId="{5527A34B-E91B-4A81-9E61-FB14B532E4A6}" sibTransId="{0BA2BD71-9476-49FA-9F67-F437B6D9B355}"/>
    <dgm:cxn modelId="{67EDED1A-C1A0-42C1-B396-C887FC98DDA7}" type="presOf" srcId="{F97C62D4-3EA6-4BB3-888D-B5A74BB4D650}" destId="{254FEC3C-F9CF-4C8C-A261-50CC954B957D}" srcOrd="1" destOrd="0" presId="urn:microsoft.com/office/officeart/2005/8/layout/hierarchy3"/>
    <dgm:cxn modelId="{97240C22-0B05-4ECA-8AFD-EAAA9449B7BD}" type="presOf" srcId="{F97C62D4-3EA6-4BB3-888D-B5A74BB4D650}" destId="{F25A2204-FE7B-4BBE-8DD9-7E3F125942D9}" srcOrd="0" destOrd="0" presId="urn:microsoft.com/office/officeart/2005/8/layout/hierarchy3"/>
    <dgm:cxn modelId="{D5C0D62D-4784-4317-B525-415342D8C31C}" srcId="{034CA97D-03C2-4632-BEF2-6D6BF0712C33}" destId="{F97C62D4-3EA6-4BB3-888D-B5A74BB4D650}" srcOrd="2" destOrd="0" parTransId="{7EA5071E-41F6-4A80-A869-2DAAB966DB04}" sibTransId="{0E8D678A-F65E-4C28-91FB-E40DCAD15640}"/>
    <dgm:cxn modelId="{76534530-845B-4DFE-9922-109335BD4946}" type="presOf" srcId="{2F069909-F45D-4B64-AB6F-631793C2B7E0}" destId="{9E09CF99-7EC5-4BB6-BE3B-9CDA135104F1}" srcOrd="1" destOrd="0" presId="urn:microsoft.com/office/officeart/2005/8/layout/hierarchy3"/>
    <dgm:cxn modelId="{1A65C337-F1FE-4BA5-99A4-EDEB7A743BA2}" type="presOf" srcId="{14BC856E-0FC8-45D9-A999-2435AE93D86B}" destId="{44FB4AC2-1ECF-4551-B4A7-195B944CB33A}" srcOrd="0" destOrd="0" presId="urn:microsoft.com/office/officeart/2005/8/layout/hierarchy3"/>
    <dgm:cxn modelId="{A05EBE38-70FB-40A1-BD15-569974ABA6B3}" type="presOf" srcId="{FE3112D5-9892-4385-9A0F-77DB8B0F3EF8}" destId="{29A62912-7F61-4926-8D39-AF67F3F45C1E}" srcOrd="0" destOrd="0" presId="urn:microsoft.com/office/officeart/2005/8/layout/hierarchy3"/>
    <dgm:cxn modelId="{89D75F5D-B6A8-4356-8570-0CBFE9AF589E}" srcId="{39B7224D-C7E3-4C9F-B190-A5202536D277}" destId="{64081A7E-4BF9-43CD-A94B-C343EF1F37E8}" srcOrd="0" destOrd="0" parTransId="{8F22156B-F211-4CE9-A844-ECB59A8789D8}" sibTransId="{52FF0137-5149-4C53-9F87-16416C2956D4}"/>
    <dgm:cxn modelId="{D0259B5F-736F-4DB7-AFCA-F75C4E84DE70}" type="presOf" srcId="{5527A34B-E91B-4A81-9E61-FB14B532E4A6}" destId="{65EFAF56-990D-4985-8696-587A9C256FEE}" srcOrd="0" destOrd="0" presId="urn:microsoft.com/office/officeart/2005/8/layout/hierarchy3"/>
    <dgm:cxn modelId="{E17EC54A-1662-45FA-B248-03239C5B519B}" srcId="{034CA97D-03C2-4632-BEF2-6D6BF0712C33}" destId="{1439B098-CCCD-45CE-B718-585FD5AF0956}" srcOrd="1" destOrd="0" parTransId="{171EB17A-3EE5-4B16-AF05-2BEB2172535C}" sibTransId="{A086AC10-2F86-48BD-8CD9-F00407ADCFD2}"/>
    <dgm:cxn modelId="{7C61306B-D43D-47FB-8B13-4DFE0AADB7C9}" type="presOf" srcId="{B19858FD-36BE-4EE3-A878-ADA5A1003FC7}" destId="{8EBD67BA-B804-41EF-979E-DDF93AF52052}" srcOrd="0" destOrd="0" presId="urn:microsoft.com/office/officeart/2005/8/layout/hierarchy3"/>
    <dgm:cxn modelId="{E4AF1A4E-A615-4329-8C75-FABD19578DB0}" srcId="{2F069909-F45D-4B64-AB6F-631793C2B7E0}" destId="{FE3112D5-9892-4385-9A0F-77DB8B0F3EF8}" srcOrd="2" destOrd="0" parTransId="{B19858FD-36BE-4EE3-A878-ADA5A1003FC7}" sibTransId="{7EC0FA7F-4943-4052-BB58-9AC2D68E3C97}"/>
    <dgm:cxn modelId="{2FB2A76F-712A-4725-8302-002F2F204031}" type="presOf" srcId="{39B7224D-C7E3-4C9F-B190-A5202536D277}" destId="{0FA8E720-550C-4ECB-BB6D-0AED0538076E}" srcOrd="0" destOrd="0" presId="urn:microsoft.com/office/officeart/2005/8/layout/hierarchy3"/>
    <dgm:cxn modelId="{0F7A3975-13A1-44B4-BA5D-F5503C3C4879}" srcId="{034CA97D-03C2-4632-BEF2-6D6BF0712C33}" destId="{39B7224D-C7E3-4C9F-B190-A5202536D277}" srcOrd="0" destOrd="0" parTransId="{BB395E1F-ADE0-4A2D-9D76-48C2C2EE3424}" sibTransId="{7C8E1A77-FAC2-4496-9097-4C156D0DF68C}"/>
    <dgm:cxn modelId="{E8636B93-1781-4D76-B98B-01D6BF8A8F64}" type="presOf" srcId="{1439B098-CCCD-45CE-B718-585FD5AF0956}" destId="{BB449E68-024A-4244-B4F9-2C2A788D07C0}" srcOrd="1" destOrd="0" presId="urn:microsoft.com/office/officeart/2005/8/layout/hierarchy3"/>
    <dgm:cxn modelId="{86F20DA4-3171-4350-AEB3-C7DF4CE30765}" type="presOf" srcId="{64081A7E-4BF9-43CD-A94B-C343EF1F37E8}" destId="{48691C7E-F6EB-48F0-93D4-BA1332E00D2C}" srcOrd="0" destOrd="0" presId="urn:microsoft.com/office/officeart/2005/8/layout/hierarchy3"/>
    <dgm:cxn modelId="{7DE63CA5-BF35-4286-86F0-17BCF7A6CB97}" srcId="{2F069909-F45D-4B64-AB6F-631793C2B7E0}" destId="{54DD4DD2-7AED-47FF-9DA9-5E1E4F202F6F}" srcOrd="1" destOrd="0" parTransId="{10F28A93-240A-4B48-B608-A1CB76AEA945}" sibTransId="{DE3F0038-17CC-4F37-A680-049C3F1BF874}"/>
    <dgm:cxn modelId="{B13A28A8-B914-4154-8E71-14964616005A}" type="presOf" srcId="{2F069909-F45D-4B64-AB6F-631793C2B7E0}" destId="{12AE2515-1FF3-4B62-A532-28E9C9579672}" srcOrd="0" destOrd="0" presId="urn:microsoft.com/office/officeart/2005/8/layout/hierarchy3"/>
    <dgm:cxn modelId="{5B1DA2B3-4820-4E2E-AD52-31C49681F60D}" type="presOf" srcId="{1439B098-CCCD-45CE-B718-585FD5AF0956}" destId="{7538D0E1-C697-40B7-826E-16F08777E6CB}" srcOrd="0" destOrd="0" presId="urn:microsoft.com/office/officeart/2005/8/layout/hierarchy3"/>
    <dgm:cxn modelId="{92AB31BD-8B16-442D-9BA6-7EE8425D18E4}" type="presOf" srcId="{39B7224D-C7E3-4C9F-B190-A5202536D277}" destId="{13595EE5-F9EA-431B-99CF-91560041B46C}" srcOrd="1" destOrd="0" presId="urn:microsoft.com/office/officeart/2005/8/layout/hierarchy3"/>
    <dgm:cxn modelId="{87D63CC1-6B9D-4BB1-AA2D-6F6DB171EDCA}" type="presOf" srcId="{54DD4DD2-7AED-47FF-9DA9-5E1E4F202F6F}" destId="{938EC099-6994-4CA5-A841-2873ACA68166}" srcOrd="0" destOrd="0" presId="urn:microsoft.com/office/officeart/2005/8/layout/hierarchy3"/>
    <dgm:cxn modelId="{5219F7DB-212C-431C-B280-286BEDC14DCC}" srcId="{034CA97D-03C2-4632-BEF2-6D6BF0712C33}" destId="{2F069909-F45D-4B64-AB6F-631793C2B7E0}" srcOrd="3" destOrd="0" parTransId="{3EEFCAC7-B914-4DCD-9190-FE53B34E8AD8}" sibTransId="{4A9554AC-0F10-45F3-90F4-445550F942B3}"/>
    <dgm:cxn modelId="{C935F8DB-C958-41F6-AA34-7047330039AB}" type="presOf" srcId="{8F22156B-F211-4CE9-A844-ECB59A8789D8}" destId="{0C92AE37-1824-40DD-BB06-8BF8455AEC1E}" srcOrd="0" destOrd="0" presId="urn:microsoft.com/office/officeart/2005/8/layout/hierarchy3"/>
    <dgm:cxn modelId="{EBBAAAE2-266C-4DA3-9307-91E56E24DD4C}" type="presOf" srcId="{034CA97D-03C2-4632-BEF2-6D6BF0712C33}" destId="{43699431-7CEB-44F7-8A4C-8CF0CD965353}" srcOrd="0" destOrd="0" presId="urn:microsoft.com/office/officeart/2005/8/layout/hierarchy3"/>
    <dgm:cxn modelId="{7A77D8F0-4305-4810-8B6C-E2F884F5ABAA}" type="presOf" srcId="{10F28A93-240A-4B48-B608-A1CB76AEA945}" destId="{E1BECEF1-9747-4370-B11B-D32EDFE65DFC}" srcOrd="0" destOrd="0" presId="urn:microsoft.com/office/officeart/2005/8/layout/hierarchy3"/>
    <dgm:cxn modelId="{B6CD0BD7-65DA-458D-B226-C96A064326B9}" type="presParOf" srcId="{43699431-7CEB-44F7-8A4C-8CF0CD965353}" destId="{C80CADF5-4DAB-44F2-9C7C-402493147B37}" srcOrd="0" destOrd="0" presId="urn:microsoft.com/office/officeart/2005/8/layout/hierarchy3"/>
    <dgm:cxn modelId="{2C193A82-77FD-4EB0-9DD8-CF39FE1D2823}" type="presParOf" srcId="{C80CADF5-4DAB-44F2-9C7C-402493147B37}" destId="{9D1AA299-F80C-41C9-AFCA-E46A237E85EF}" srcOrd="0" destOrd="0" presId="urn:microsoft.com/office/officeart/2005/8/layout/hierarchy3"/>
    <dgm:cxn modelId="{87A95391-832A-49F0-8066-793E0CA5FB0C}" type="presParOf" srcId="{9D1AA299-F80C-41C9-AFCA-E46A237E85EF}" destId="{0FA8E720-550C-4ECB-BB6D-0AED0538076E}" srcOrd="0" destOrd="0" presId="urn:microsoft.com/office/officeart/2005/8/layout/hierarchy3"/>
    <dgm:cxn modelId="{17AC1FBA-9C2F-498D-BA34-916B37585678}" type="presParOf" srcId="{9D1AA299-F80C-41C9-AFCA-E46A237E85EF}" destId="{13595EE5-F9EA-431B-99CF-91560041B46C}" srcOrd="1" destOrd="0" presId="urn:microsoft.com/office/officeart/2005/8/layout/hierarchy3"/>
    <dgm:cxn modelId="{35EEA686-108D-4716-9956-0B7B7E40ADF1}" type="presParOf" srcId="{C80CADF5-4DAB-44F2-9C7C-402493147B37}" destId="{C4447D55-06C1-4203-AA0D-9C550F4ECBC8}" srcOrd="1" destOrd="0" presId="urn:microsoft.com/office/officeart/2005/8/layout/hierarchy3"/>
    <dgm:cxn modelId="{0AFB830D-2F9B-4683-B873-0E91F16E0068}" type="presParOf" srcId="{C4447D55-06C1-4203-AA0D-9C550F4ECBC8}" destId="{0C92AE37-1824-40DD-BB06-8BF8455AEC1E}" srcOrd="0" destOrd="0" presId="urn:microsoft.com/office/officeart/2005/8/layout/hierarchy3"/>
    <dgm:cxn modelId="{7B10A5CD-5DAF-4608-8CFF-422841B6C7BC}" type="presParOf" srcId="{C4447D55-06C1-4203-AA0D-9C550F4ECBC8}" destId="{48691C7E-F6EB-48F0-93D4-BA1332E00D2C}" srcOrd="1" destOrd="0" presId="urn:microsoft.com/office/officeart/2005/8/layout/hierarchy3"/>
    <dgm:cxn modelId="{4E28C2E0-C2A8-4DCC-A951-C37988C66BBE}" type="presParOf" srcId="{43699431-7CEB-44F7-8A4C-8CF0CD965353}" destId="{49F7A87C-98DE-4B96-AE14-6B4011A49178}" srcOrd="1" destOrd="0" presId="urn:microsoft.com/office/officeart/2005/8/layout/hierarchy3"/>
    <dgm:cxn modelId="{C9948463-A084-4664-AA99-58FD74963FE5}" type="presParOf" srcId="{49F7A87C-98DE-4B96-AE14-6B4011A49178}" destId="{D38DBA1B-5311-49B1-8322-724E4A47578A}" srcOrd="0" destOrd="0" presId="urn:microsoft.com/office/officeart/2005/8/layout/hierarchy3"/>
    <dgm:cxn modelId="{27C22A22-7976-4DDA-A53A-B12E697AEC6A}" type="presParOf" srcId="{D38DBA1B-5311-49B1-8322-724E4A47578A}" destId="{7538D0E1-C697-40B7-826E-16F08777E6CB}" srcOrd="0" destOrd="0" presId="urn:microsoft.com/office/officeart/2005/8/layout/hierarchy3"/>
    <dgm:cxn modelId="{C597D262-A7F0-428D-88EA-990D646F9819}" type="presParOf" srcId="{D38DBA1B-5311-49B1-8322-724E4A47578A}" destId="{BB449E68-024A-4244-B4F9-2C2A788D07C0}" srcOrd="1" destOrd="0" presId="urn:microsoft.com/office/officeart/2005/8/layout/hierarchy3"/>
    <dgm:cxn modelId="{64D40A82-B8CD-499A-8EF7-FC1FCB0371B3}" type="presParOf" srcId="{49F7A87C-98DE-4B96-AE14-6B4011A49178}" destId="{2B995DA5-9073-4F32-909B-80310DB4D733}" srcOrd="1" destOrd="0" presId="urn:microsoft.com/office/officeart/2005/8/layout/hierarchy3"/>
    <dgm:cxn modelId="{042A1E90-B9A5-4B9D-B48D-CD675D710F5B}" type="presParOf" srcId="{43699431-7CEB-44F7-8A4C-8CF0CD965353}" destId="{F46A89E7-DFCD-43C9-AD8E-0DAF252A33F4}" srcOrd="2" destOrd="0" presId="urn:microsoft.com/office/officeart/2005/8/layout/hierarchy3"/>
    <dgm:cxn modelId="{68DD0F83-1ABD-4BE4-9CE9-D08FE38B6BF1}" type="presParOf" srcId="{F46A89E7-DFCD-43C9-AD8E-0DAF252A33F4}" destId="{53F8C215-9FB7-4457-9160-4526538EAA49}" srcOrd="0" destOrd="0" presId="urn:microsoft.com/office/officeart/2005/8/layout/hierarchy3"/>
    <dgm:cxn modelId="{4EC85E42-0767-4BAB-9172-C45219CE4894}" type="presParOf" srcId="{53F8C215-9FB7-4457-9160-4526538EAA49}" destId="{F25A2204-FE7B-4BBE-8DD9-7E3F125942D9}" srcOrd="0" destOrd="0" presId="urn:microsoft.com/office/officeart/2005/8/layout/hierarchy3"/>
    <dgm:cxn modelId="{EFD85CCC-E04E-4A64-A821-614D9CD337D4}" type="presParOf" srcId="{53F8C215-9FB7-4457-9160-4526538EAA49}" destId="{254FEC3C-F9CF-4C8C-A261-50CC954B957D}" srcOrd="1" destOrd="0" presId="urn:microsoft.com/office/officeart/2005/8/layout/hierarchy3"/>
    <dgm:cxn modelId="{5269C639-9583-4024-8EDB-C34531C85D46}" type="presParOf" srcId="{F46A89E7-DFCD-43C9-AD8E-0DAF252A33F4}" destId="{E82A6066-D1C1-4685-8528-B53AA3DB7ED4}" srcOrd="1" destOrd="0" presId="urn:microsoft.com/office/officeart/2005/8/layout/hierarchy3"/>
    <dgm:cxn modelId="{0636616A-F111-4CFF-8F35-8DA5B2BA55ED}" type="presParOf" srcId="{43699431-7CEB-44F7-8A4C-8CF0CD965353}" destId="{ED52A118-65C3-4B3C-A986-3A7D8DA6CF82}" srcOrd="3" destOrd="0" presId="urn:microsoft.com/office/officeart/2005/8/layout/hierarchy3"/>
    <dgm:cxn modelId="{FF992DBD-FDE6-44AF-A1D8-777DDE2B6A7D}" type="presParOf" srcId="{ED52A118-65C3-4B3C-A986-3A7D8DA6CF82}" destId="{5A9112F0-47A4-47C3-9A7B-5F8A9AB902F6}" srcOrd="0" destOrd="0" presId="urn:microsoft.com/office/officeart/2005/8/layout/hierarchy3"/>
    <dgm:cxn modelId="{63433A26-F6EF-49FA-B1A7-2B9FC3E88506}" type="presParOf" srcId="{5A9112F0-47A4-47C3-9A7B-5F8A9AB902F6}" destId="{12AE2515-1FF3-4B62-A532-28E9C9579672}" srcOrd="0" destOrd="0" presId="urn:microsoft.com/office/officeart/2005/8/layout/hierarchy3"/>
    <dgm:cxn modelId="{3BE96741-98D4-49CC-86D5-D19BFE7A05A9}" type="presParOf" srcId="{5A9112F0-47A4-47C3-9A7B-5F8A9AB902F6}" destId="{9E09CF99-7EC5-4BB6-BE3B-9CDA135104F1}" srcOrd="1" destOrd="0" presId="urn:microsoft.com/office/officeart/2005/8/layout/hierarchy3"/>
    <dgm:cxn modelId="{5489D32A-00AE-4C73-85F5-A064CABF1983}" type="presParOf" srcId="{ED52A118-65C3-4B3C-A986-3A7D8DA6CF82}" destId="{CA04CCF3-3C6F-41F1-A638-174946AB82E2}" srcOrd="1" destOrd="0" presId="urn:microsoft.com/office/officeart/2005/8/layout/hierarchy3"/>
    <dgm:cxn modelId="{F7FD5D1B-31BD-40CC-8BC7-8C362FE8C940}" type="presParOf" srcId="{CA04CCF3-3C6F-41F1-A638-174946AB82E2}" destId="{65EFAF56-990D-4985-8696-587A9C256FEE}" srcOrd="0" destOrd="0" presId="urn:microsoft.com/office/officeart/2005/8/layout/hierarchy3"/>
    <dgm:cxn modelId="{3C6C7C2A-A4A2-4365-BD90-EDD45FCD788B}" type="presParOf" srcId="{CA04CCF3-3C6F-41F1-A638-174946AB82E2}" destId="{44FB4AC2-1ECF-4551-B4A7-195B944CB33A}" srcOrd="1" destOrd="0" presId="urn:microsoft.com/office/officeart/2005/8/layout/hierarchy3"/>
    <dgm:cxn modelId="{9FF97463-95E2-4F9C-88E4-94326B070EE1}" type="presParOf" srcId="{CA04CCF3-3C6F-41F1-A638-174946AB82E2}" destId="{E1BECEF1-9747-4370-B11B-D32EDFE65DFC}" srcOrd="2" destOrd="0" presId="urn:microsoft.com/office/officeart/2005/8/layout/hierarchy3"/>
    <dgm:cxn modelId="{BC38E66A-B225-4ADF-9D35-C7F6F9FB38BD}" type="presParOf" srcId="{CA04CCF3-3C6F-41F1-A638-174946AB82E2}" destId="{938EC099-6994-4CA5-A841-2873ACA68166}" srcOrd="3" destOrd="0" presId="urn:microsoft.com/office/officeart/2005/8/layout/hierarchy3"/>
    <dgm:cxn modelId="{145C01B5-FB86-43CF-AA9F-22DD3F14717A}" type="presParOf" srcId="{CA04CCF3-3C6F-41F1-A638-174946AB82E2}" destId="{8EBD67BA-B804-41EF-979E-DDF93AF52052}" srcOrd="4" destOrd="0" presId="urn:microsoft.com/office/officeart/2005/8/layout/hierarchy3"/>
    <dgm:cxn modelId="{77B78425-8927-436B-963F-CDDA6E2B96F8}" type="presParOf" srcId="{CA04CCF3-3C6F-41F1-A638-174946AB82E2}" destId="{29A62912-7F61-4926-8D39-AF67F3F45C1E}"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739BCB-BFB8-4BBC-8D8B-97F191E14579}" type="doc">
      <dgm:prSet loTypeId="urn:microsoft.com/office/officeart/2005/8/layout/vList5" loCatId="list" qsTypeId="urn:microsoft.com/office/officeart/2005/8/quickstyle/simple1#40" qsCatId="simple" csTypeId="urn:microsoft.com/office/officeart/2005/8/colors/accent1_2#40" csCatId="accent1"/>
      <dgm:spPr/>
      <dgm:t>
        <a:bodyPr/>
        <a:lstStyle/>
        <a:p>
          <a:endParaRPr lang="en-US"/>
        </a:p>
      </dgm:t>
    </dgm:pt>
    <dgm:pt modelId="{51C28021-122F-4261-AC6F-29C94D2BFB7F}">
      <dgm:prSet/>
      <dgm:spPr/>
      <dgm:t>
        <a:bodyPr/>
        <a:lstStyle/>
        <a:p>
          <a:r>
            <a:rPr lang="en-IE" dirty="0"/>
            <a:t>This module is focused on</a:t>
          </a:r>
          <a:endParaRPr lang="en-US" dirty="0"/>
        </a:p>
      </dgm:t>
    </dgm:pt>
    <dgm:pt modelId="{F17CAAD5-F5EF-4706-9E94-708ED04C0584}" type="parTrans" cxnId="{08ECEFA2-C777-41E9-A034-8411EF91D40E}">
      <dgm:prSet/>
      <dgm:spPr/>
      <dgm:t>
        <a:bodyPr/>
        <a:lstStyle/>
        <a:p>
          <a:endParaRPr lang="en-US"/>
        </a:p>
      </dgm:t>
    </dgm:pt>
    <dgm:pt modelId="{545FFC17-9381-4699-BDD1-4C98953F190D}" type="sibTrans" cxnId="{08ECEFA2-C777-41E9-A034-8411EF91D40E}">
      <dgm:prSet/>
      <dgm:spPr/>
      <dgm:t>
        <a:bodyPr/>
        <a:lstStyle/>
        <a:p>
          <a:endParaRPr lang="en-US"/>
        </a:p>
      </dgm:t>
    </dgm:pt>
    <dgm:pt modelId="{F9DA4669-AD8C-47AA-B11D-8B1677AE0893}">
      <dgm:prSet/>
      <dgm:spPr/>
      <dgm:t>
        <a:bodyPr/>
        <a:lstStyle/>
        <a:p>
          <a:r>
            <a:rPr lang="en-IE" dirty="0"/>
            <a:t>Design principles for of software systems</a:t>
          </a:r>
          <a:endParaRPr lang="en-US" dirty="0"/>
        </a:p>
      </dgm:t>
    </dgm:pt>
    <dgm:pt modelId="{50633765-C7C8-49F6-BEB4-380487B6B649}" type="parTrans" cxnId="{C55F4511-56AA-45ED-8884-66F22258D7CC}">
      <dgm:prSet/>
      <dgm:spPr/>
      <dgm:t>
        <a:bodyPr/>
        <a:lstStyle/>
        <a:p>
          <a:endParaRPr lang="en-US"/>
        </a:p>
      </dgm:t>
    </dgm:pt>
    <dgm:pt modelId="{98AADE62-38E1-4EE7-8E23-4C49183C89AA}" type="sibTrans" cxnId="{C55F4511-56AA-45ED-8884-66F22258D7CC}">
      <dgm:prSet/>
      <dgm:spPr/>
      <dgm:t>
        <a:bodyPr/>
        <a:lstStyle/>
        <a:p>
          <a:endParaRPr lang="en-US"/>
        </a:p>
      </dgm:t>
    </dgm:pt>
    <dgm:pt modelId="{CF7AFD56-DF01-4A13-BE42-A26F01BE1E6E}">
      <dgm:prSet/>
      <dgm:spPr/>
      <dgm:t>
        <a:bodyPr/>
        <a:lstStyle/>
        <a:p>
          <a:r>
            <a:rPr lang="en-IE" dirty="0"/>
            <a:t>And </a:t>
          </a:r>
          <a:r>
            <a:rPr lang="en-IE" b="1" dirty="0"/>
            <a:t>NOT solely on</a:t>
          </a:r>
          <a:endParaRPr lang="en-US" dirty="0"/>
        </a:p>
      </dgm:t>
    </dgm:pt>
    <dgm:pt modelId="{45E44A33-B32A-461E-B7A4-D57CF28FC319}" type="parTrans" cxnId="{EFDE7EA6-DCF9-4AE1-968C-B405D694B3D1}">
      <dgm:prSet/>
      <dgm:spPr/>
      <dgm:t>
        <a:bodyPr/>
        <a:lstStyle/>
        <a:p>
          <a:endParaRPr lang="en-US"/>
        </a:p>
      </dgm:t>
    </dgm:pt>
    <dgm:pt modelId="{513DC6A7-CF63-4C10-8275-57825CAC46DA}" type="sibTrans" cxnId="{EFDE7EA6-DCF9-4AE1-968C-B405D694B3D1}">
      <dgm:prSet/>
      <dgm:spPr/>
      <dgm:t>
        <a:bodyPr/>
        <a:lstStyle/>
        <a:p>
          <a:endParaRPr lang="en-US"/>
        </a:p>
      </dgm:t>
    </dgm:pt>
    <dgm:pt modelId="{6665CA05-20AC-4989-969B-D866CE4D2D7C}">
      <dgm:prSet/>
      <dgm:spPr/>
      <dgm:t>
        <a:bodyPr/>
        <a:lstStyle/>
        <a:p>
          <a:r>
            <a:rPr lang="en-IE" dirty="0"/>
            <a:t>A Design Notation </a:t>
          </a:r>
          <a:endParaRPr lang="en-US" dirty="0"/>
        </a:p>
      </dgm:t>
    </dgm:pt>
    <dgm:pt modelId="{9D28F579-7D34-472A-988E-0BFC3F50C666}" type="parTrans" cxnId="{82F66847-984C-4CCB-BA3B-908E37C74DFD}">
      <dgm:prSet/>
      <dgm:spPr/>
      <dgm:t>
        <a:bodyPr/>
        <a:lstStyle/>
        <a:p>
          <a:endParaRPr lang="en-US"/>
        </a:p>
      </dgm:t>
    </dgm:pt>
    <dgm:pt modelId="{8EF2C0C2-CF7D-44AA-9A59-36C4E790B0E4}" type="sibTrans" cxnId="{82F66847-984C-4CCB-BA3B-908E37C74DFD}">
      <dgm:prSet/>
      <dgm:spPr/>
      <dgm:t>
        <a:bodyPr/>
        <a:lstStyle/>
        <a:p>
          <a:endParaRPr lang="en-US"/>
        </a:p>
      </dgm:t>
    </dgm:pt>
    <dgm:pt modelId="{1D87310C-9D15-4E52-B032-A854466F0362}">
      <dgm:prSet/>
      <dgm:spPr/>
      <dgm:t>
        <a:bodyPr/>
        <a:lstStyle/>
        <a:p>
          <a:r>
            <a:rPr lang="en-IE" dirty="0"/>
            <a:t>Such as The Unified Modelling Language (UML)</a:t>
          </a:r>
          <a:endParaRPr lang="en-US" dirty="0"/>
        </a:p>
      </dgm:t>
    </dgm:pt>
    <dgm:pt modelId="{CA8C0A65-9F44-44D9-AF86-F91803BADF0E}" type="parTrans" cxnId="{3AF885A6-584B-48CF-9C53-677D85683D49}">
      <dgm:prSet/>
      <dgm:spPr/>
      <dgm:t>
        <a:bodyPr/>
        <a:lstStyle/>
        <a:p>
          <a:endParaRPr lang="en-US"/>
        </a:p>
      </dgm:t>
    </dgm:pt>
    <dgm:pt modelId="{43C8B629-248A-4F6E-8FEB-7BBF4CE4D7EA}" type="sibTrans" cxnId="{3AF885A6-584B-48CF-9C53-677D85683D49}">
      <dgm:prSet/>
      <dgm:spPr/>
      <dgm:t>
        <a:bodyPr/>
        <a:lstStyle/>
        <a:p>
          <a:endParaRPr lang="en-US"/>
        </a:p>
      </dgm:t>
    </dgm:pt>
    <dgm:pt modelId="{CA5AA409-E345-4C28-8CDB-C3D5BA081382}" type="pres">
      <dgm:prSet presAssocID="{B3739BCB-BFB8-4BBC-8D8B-97F191E14579}" presName="Name0" presStyleCnt="0">
        <dgm:presLayoutVars>
          <dgm:dir/>
          <dgm:animLvl val="lvl"/>
          <dgm:resizeHandles val="exact"/>
        </dgm:presLayoutVars>
      </dgm:prSet>
      <dgm:spPr/>
    </dgm:pt>
    <dgm:pt modelId="{9FF02035-356B-49C0-B737-9B2AA3197A48}" type="pres">
      <dgm:prSet presAssocID="{51C28021-122F-4261-AC6F-29C94D2BFB7F}" presName="linNode" presStyleCnt="0"/>
      <dgm:spPr/>
    </dgm:pt>
    <dgm:pt modelId="{CDBA6E25-2649-4954-8250-18443DDD4D94}" type="pres">
      <dgm:prSet presAssocID="{51C28021-122F-4261-AC6F-29C94D2BFB7F}" presName="parentText" presStyleLbl="node1" presStyleIdx="0" presStyleCnt="3">
        <dgm:presLayoutVars>
          <dgm:chMax val="1"/>
          <dgm:bulletEnabled val="1"/>
        </dgm:presLayoutVars>
      </dgm:prSet>
      <dgm:spPr/>
    </dgm:pt>
    <dgm:pt modelId="{33F41EE7-162F-4CAE-84C5-2CB0794F6095}" type="pres">
      <dgm:prSet presAssocID="{51C28021-122F-4261-AC6F-29C94D2BFB7F}" presName="descendantText" presStyleLbl="alignAccFollowNode1" presStyleIdx="0" presStyleCnt="2">
        <dgm:presLayoutVars>
          <dgm:bulletEnabled val="1"/>
        </dgm:presLayoutVars>
      </dgm:prSet>
      <dgm:spPr/>
    </dgm:pt>
    <dgm:pt modelId="{D86B4745-0AE7-4D49-A867-FC1DD4BC1426}" type="pres">
      <dgm:prSet presAssocID="{545FFC17-9381-4699-BDD1-4C98953F190D}" presName="sp" presStyleCnt="0"/>
      <dgm:spPr/>
    </dgm:pt>
    <dgm:pt modelId="{113C9258-9E59-4573-A9B6-A6E84963F4F7}" type="pres">
      <dgm:prSet presAssocID="{CF7AFD56-DF01-4A13-BE42-A26F01BE1E6E}" presName="linNode" presStyleCnt="0"/>
      <dgm:spPr/>
    </dgm:pt>
    <dgm:pt modelId="{413C730C-3845-4B14-AB3C-798FDB15F4AC}" type="pres">
      <dgm:prSet presAssocID="{CF7AFD56-DF01-4A13-BE42-A26F01BE1E6E}" presName="parentText" presStyleLbl="node1" presStyleIdx="1" presStyleCnt="3">
        <dgm:presLayoutVars>
          <dgm:chMax val="1"/>
          <dgm:bulletEnabled val="1"/>
        </dgm:presLayoutVars>
      </dgm:prSet>
      <dgm:spPr/>
    </dgm:pt>
    <dgm:pt modelId="{EBC93520-4643-4193-A8AA-9172B1386604}" type="pres">
      <dgm:prSet presAssocID="{513DC6A7-CF63-4C10-8275-57825CAC46DA}" presName="sp" presStyleCnt="0"/>
      <dgm:spPr/>
    </dgm:pt>
    <dgm:pt modelId="{127F4BEF-574A-4CB7-8B40-9C9A2BB83180}" type="pres">
      <dgm:prSet presAssocID="{6665CA05-20AC-4989-969B-D866CE4D2D7C}" presName="linNode" presStyleCnt="0"/>
      <dgm:spPr/>
    </dgm:pt>
    <dgm:pt modelId="{CFC9FB47-9E0A-4DA4-93A5-EE6A66CE5933}" type="pres">
      <dgm:prSet presAssocID="{6665CA05-20AC-4989-969B-D866CE4D2D7C}" presName="parentText" presStyleLbl="node1" presStyleIdx="2" presStyleCnt="3">
        <dgm:presLayoutVars>
          <dgm:chMax val="1"/>
          <dgm:bulletEnabled val="1"/>
        </dgm:presLayoutVars>
      </dgm:prSet>
      <dgm:spPr/>
    </dgm:pt>
    <dgm:pt modelId="{3F9E6B4C-6BE7-45DE-82AE-9AE142FC8AF7}" type="pres">
      <dgm:prSet presAssocID="{6665CA05-20AC-4989-969B-D866CE4D2D7C}" presName="descendantText" presStyleLbl="alignAccFollowNode1" presStyleIdx="1" presStyleCnt="2">
        <dgm:presLayoutVars>
          <dgm:bulletEnabled val="1"/>
        </dgm:presLayoutVars>
      </dgm:prSet>
      <dgm:spPr/>
    </dgm:pt>
  </dgm:ptLst>
  <dgm:cxnLst>
    <dgm:cxn modelId="{C55F4511-56AA-45ED-8884-66F22258D7CC}" srcId="{51C28021-122F-4261-AC6F-29C94D2BFB7F}" destId="{F9DA4669-AD8C-47AA-B11D-8B1677AE0893}" srcOrd="0" destOrd="0" parTransId="{50633765-C7C8-49F6-BEB4-380487B6B649}" sibTransId="{98AADE62-38E1-4EE7-8E23-4C49183C89AA}"/>
    <dgm:cxn modelId="{6C20A536-8B7A-4A25-A0B7-B5EB4A032890}" type="presOf" srcId="{B3739BCB-BFB8-4BBC-8D8B-97F191E14579}" destId="{CA5AA409-E345-4C28-8CDB-C3D5BA081382}" srcOrd="0" destOrd="0" presId="urn:microsoft.com/office/officeart/2005/8/layout/vList5"/>
    <dgm:cxn modelId="{82F66847-984C-4CCB-BA3B-908E37C74DFD}" srcId="{B3739BCB-BFB8-4BBC-8D8B-97F191E14579}" destId="{6665CA05-20AC-4989-969B-D866CE4D2D7C}" srcOrd="2" destOrd="0" parTransId="{9D28F579-7D34-472A-988E-0BFC3F50C666}" sibTransId="{8EF2C0C2-CF7D-44AA-9A59-36C4E790B0E4}"/>
    <dgm:cxn modelId="{F24E4682-92DD-4C1D-B1DE-403B89233277}" type="presOf" srcId="{F9DA4669-AD8C-47AA-B11D-8B1677AE0893}" destId="{33F41EE7-162F-4CAE-84C5-2CB0794F6095}" srcOrd="0" destOrd="0" presId="urn:microsoft.com/office/officeart/2005/8/layout/vList5"/>
    <dgm:cxn modelId="{E5A32291-7A6F-4B5F-9C46-1727D6BD2162}" type="presOf" srcId="{6665CA05-20AC-4989-969B-D866CE4D2D7C}" destId="{CFC9FB47-9E0A-4DA4-93A5-EE6A66CE5933}" srcOrd="0" destOrd="0" presId="urn:microsoft.com/office/officeart/2005/8/layout/vList5"/>
    <dgm:cxn modelId="{08ECEFA2-C777-41E9-A034-8411EF91D40E}" srcId="{B3739BCB-BFB8-4BBC-8D8B-97F191E14579}" destId="{51C28021-122F-4261-AC6F-29C94D2BFB7F}" srcOrd="0" destOrd="0" parTransId="{F17CAAD5-F5EF-4706-9E94-708ED04C0584}" sibTransId="{545FFC17-9381-4699-BDD1-4C98953F190D}"/>
    <dgm:cxn modelId="{708C7CA5-F1CB-4AA9-9AD8-3BD2888ED6E7}" type="presOf" srcId="{CF7AFD56-DF01-4A13-BE42-A26F01BE1E6E}" destId="{413C730C-3845-4B14-AB3C-798FDB15F4AC}" srcOrd="0" destOrd="0" presId="urn:microsoft.com/office/officeart/2005/8/layout/vList5"/>
    <dgm:cxn modelId="{EFDE7EA6-DCF9-4AE1-968C-B405D694B3D1}" srcId="{B3739BCB-BFB8-4BBC-8D8B-97F191E14579}" destId="{CF7AFD56-DF01-4A13-BE42-A26F01BE1E6E}" srcOrd="1" destOrd="0" parTransId="{45E44A33-B32A-461E-B7A4-D57CF28FC319}" sibTransId="{513DC6A7-CF63-4C10-8275-57825CAC46DA}"/>
    <dgm:cxn modelId="{3AF885A6-584B-48CF-9C53-677D85683D49}" srcId="{6665CA05-20AC-4989-969B-D866CE4D2D7C}" destId="{1D87310C-9D15-4E52-B032-A854466F0362}" srcOrd="0" destOrd="0" parTransId="{CA8C0A65-9F44-44D9-AF86-F91803BADF0E}" sibTransId="{43C8B629-248A-4F6E-8FEB-7BBF4CE4D7EA}"/>
    <dgm:cxn modelId="{EA314AB3-E603-439E-8682-1B71E8D3D7C8}" type="presOf" srcId="{1D87310C-9D15-4E52-B032-A854466F0362}" destId="{3F9E6B4C-6BE7-45DE-82AE-9AE142FC8AF7}" srcOrd="0" destOrd="0" presId="urn:microsoft.com/office/officeart/2005/8/layout/vList5"/>
    <dgm:cxn modelId="{A9C47BDF-4553-4E4E-AC4F-11C1A8AA5392}" type="presOf" srcId="{51C28021-122F-4261-AC6F-29C94D2BFB7F}" destId="{CDBA6E25-2649-4954-8250-18443DDD4D94}" srcOrd="0" destOrd="0" presId="urn:microsoft.com/office/officeart/2005/8/layout/vList5"/>
    <dgm:cxn modelId="{0BDD460A-A121-4593-84D5-0AD006336A5C}" type="presParOf" srcId="{CA5AA409-E345-4C28-8CDB-C3D5BA081382}" destId="{9FF02035-356B-49C0-B737-9B2AA3197A48}" srcOrd="0" destOrd="0" presId="urn:microsoft.com/office/officeart/2005/8/layout/vList5"/>
    <dgm:cxn modelId="{622C1A11-EB9C-48E3-89B0-A9FF48208C48}" type="presParOf" srcId="{9FF02035-356B-49C0-B737-9B2AA3197A48}" destId="{CDBA6E25-2649-4954-8250-18443DDD4D94}" srcOrd="0" destOrd="0" presId="urn:microsoft.com/office/officeart/2005/8/layout/vList5"/>
    <dgm:cxn modelId="{FCF4E59C-4641-4298-B941-88BA1746F585}" type="presParOf" srcId="{9FF02035-356B-49C0-B737-9B2AA3197A48}" destId="{33F41EE7-162F-4CAE-84C5-2CB0794F6095}" srcOrd="1" destOrd="0" presId="urn:microsoft.com/office/officeart/2005/8/layout/vList5"/>
    <dgm:cxn modelId="{B39F1415-1D50-40A2-B5F2-2EB1F2A87746}" type="presParOf" srcId="{CA5AA409-E345-4C28-8CDB-C3D5BA081382}" destId="{D86B4745-0AE7-4D49-A867-FC1DD4BC1426}" srcOrd="1" destOrd="0" presId="urn:microsoft.com/office/officeart/2005/8/layout/vList5"/>
    <dgm:cxn modelId="{00335307-AD78-4E96-A313-197E192879EC}" type="presParOf" srcId="{CA5AA409-E345-4C28-8CDB-C3D5BA081382}" destId="{113C9258-9E59-4573-A9B6-A6E84963F4F7}" srcOrd="2" destOrd="0" presId="urn:microsoft.com/office/officeart/2005/8/layout/vList5"/>
    <dgm:cxn modelId="{AEDCA38F-400B-4754-85D1-D56677A85DAF}" type="presParOf" srcId="{113C9258-9E59-4573-A9B6-A6E84963F4F7}" destId="{413C730C-3845-4B14-AB3C-798FDB15F4AC}" srcOrd="0" destOrd="0" presId="urn:microsoft.com/office/officeart/2005/8/layout/vList5"/>
    <dgm:cxn modelId="{BD857BDC-8AD2-451B-B0D3-D48A3399DE9F}" type="presParOf" srcId="{CA5AA409-E345-4C28-8CDB-C3D5BA081382}" destId="{EBC93520-4643-4193-A8AA-9172B1386604}" srcOrd="3" destOrd="0" presId="urn:microsoft.com/office/officeart/2005/8/layout/vList5"/>
    <dgm:cxn modelId="{B77BA78D-D6A8-408B-ACB0-226EBAEF6DB6}" type="presParOf" srcId="{CA5AA409-E345-4C28-8CDB-C3D5BA081382}" destId="{127F4BEF-574A-4CB7-8B40-9C9A2BB83180}" srcOrd="4" destOrd="0" presId="urn:microsoft.com/office/officeart/2005/8/layout/vList5"/>
    <dgm:cxn modelId="{6E3EA83A-2D9D-42CF-80C2-C91DDC6DEA66}" type="presParOf" srcId="{127F4BEF-574A-4CB7-8B40-9C9A2BB83180}" destId="{CFC9FB47-9E0A-4DA4-93A5-EE6A66CE5933}" srcOrd="0" destOrd="0" presId="urn:microsoft.com/office/officeart/2005/8/layout/vList5"/>
    <dgm:cxn modelId="{6CA8A5F1-A546-4F63-84EA-098E72EFA298}" type="presParOf" srcId="{127F4BEF-574A-4CB7-8B40-9C9A2BB83180}" destId="{3F9E6B4C-6BE7-45DE-82AE-9AE142FC8AF7}"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100E74-B531-4FE1-A95C-FBA65B3F56BB}" type="doc">
      <dgm:prSet loTypeId="urn:microsoft.com/office/officeart/2018/2/layout/IconVerticalSolidList" loCatId="icon" qsTypeId="urn:microsoft.com/office/officeart/2005/8/quickstyle/simple1#44" qsCatId="simple" csTypeId="urn:microsoft.com/office/officeart/2005/8/colors/accent1_2#44" csCatId="accent1" phldr="1"/>
      <dgm:spPr/>
      <dgm:t>
        <a:bodyPr/>
        <a:lstStyle/>
        <a:p>
          <a:endParaRPr lang="en-US"/>
        </a:p>
      </dgm:t>
    </dgm:pt>
    <dgm:pt modelId="{9B1D87BC-11A4-4F6D-8D72-F8E43CE64C60}">
      <dgm:prSet/>
      <dgm:spPr/>
      <dgm:t>
        <a:bodyPr/>
        <a:lstStyle/>
        <a:p>
          <a:pPr>
            <a:lnSpc>
              <a:spcPct val="100000"/>
            </a:lnSpc>
          </a:pPr>
          <a:r>
            <a:rPr lang="en-IE" dirty="0"/>
            <a:t>Introducing the lecturer</a:t>
          </a:r>
          <a:endParaRPr lang="en-US" dirty="0"/>
        </a:p>
      </dgm:t>
    </dgm:pt>
    <dgm:pt modelId="{B2A5427F-AB50-4145-A960-4E76560BBADA}" type="parTrans" cxnId="{949A36C0-F5D2-4085-9958-C00032F5D1E9}">
      <dgm:prSet/>
      <dgm:spPr/>
      <dgm:t>
        <a:bodyPr/>
        <a:lstStyle/>
        <a:p>
          <a:endParaRPr lang="en-US"/>
        </a:p>
      </dgm:t>
    </dgm:pt>
    <dgm:pt modelId="{3F696595-A640-4204-836C-355106E8C215}" type="sibTrans" cxnId="{949A36C0-F5D2-4085-9958-C00032F5D1E9}">
      <dgm:prSet/>
      <dgm:spPr/>
      <dgm:t>
        <a:bodyPr/>
        <a:lstStyle/>
        <a:p>
          <a:endParaRPr lang="en-US"/>
        </a:p>
      </dgm:t>
    </dgm:pt>
    <dgm:pt modelId="{958CF8FA-D75A-49D8-8390-AC6BFF2CEB7F}">
      <dgm:prSet/>
      <dgm:spPr/>
      <dgm:t>
        <a:bodyPr/>
        <a:lstStyle/>
        <a:p>
          <a:pPr>
            <a:lnSpc>
              <a:spcPct val="100000"/>
            </a:lnSpc>
          </a:pPr>
          <a:r>
            <a:rPr lang="en-IE" dirty="0"/>
            <a:t>Introduce assessment model and texts</a:t>
          </a:r>
          <a:endParaRPr lang="en-US" dirty="0"/>
        </a:p>
      </dgm:t>
    </dgm:pt>
    <dgm:pt modelId="{493EA060-A709-4E61-B875-8B32D259CD15}" type="parTrans" cxnId="{1683299A-D419-4EE4-8FF8-180F9639DEA0}">
      <dgm:prSet/>
      <dgm:spPr/>
      <dgm:t>
        <a:bodyPr/>
        <a:lstStyle/>
        <a:p>
          <a:endParaRPr lang="en-US"/>
        </a:p>
      </dgm:t>
    </dgm:pt>
    <dgm:pt modelId="{117B13F9-EA4B-4669-9155-6BC1C1BA050E}" type="sibTrans" cxnId="{1683299A-D419-4EE4-8FF8-180F9639DEA0}">
      <dgm:prSet/>
      <dgm:spPr/>
      <dgm:t>
        <a:bodyPr/>
        <a:lstStyle/>
        <a:p>
          <a:endParaRPr lang="en-US"/>
        </a:p>
      </dgm:t>
    </dgm:pt>
    <dgm:pt modelId="{E5775B3F-FA1E-4B17-9692-1F306DCFAB9D}">
      <dgm:prSet/>
      <dgm:spPr/>
      <dgm:t>
        <a:bodyPr/>
        <a:lstStyle/>
        <a:p>
          <a:pPr>
            <a:lnSpc>
              <a:spcPct val="100000"/>
            </a:lnSpc>
          </a:pPr>
          <a:r>
            <a:rPr lang="en-IE" dirty="0"/>
            <a:t>Discuss objectives and rationale</a:t>
          </a:r>
          <a:endParaRPr lang="en-US" dirty="0"/>
        </a:p>
      </dgm:t>
    </dgm:pt>
    <dgm:pt modelId="{5B1FF646-4957-4263-AE1C-6D52E9C18704}" type="parTrans" cxnId="{0EE0B7E7-5351-46DE-8375-2C84BD8BD833}">
      <dgm:prSet/>
      <dgm:spPr/>
      <dgm:t>
        <a:bodyPr/>
        <a:lstStyle/>
        <a:p>
          <a:endParaRPr lang="en-US"/>
        </a:p>
      </dgm:t>
    </dgm:pt>
    <dgm:pt modelId="{FB412749-4D27-47F2-83A3-D7EB16BB5B8F}" type="sibTrans" cxnId="{0EE0B7E7-5351-46DE-8375-2C84BD8BD833}">
      <dgm:prSet/>
      <dgm:spPr/>
      <dgm:t>
        <a:bodyPr/>
        <a:lstStyle/>
        <a:p>
          <a:endParaRPr lang="en-US"/>
        </a:p>
      </dgm:t>
    </dgm:pt>
    <dgm:pt modelId="{3AC9B465-5CB0-443A-864E-CD7A47F9CB4C}">
      <dgm:prSet/>
      <dgm:spPr/>
      <dgm:t>
        <a:bodyPr/>
        <a:lstStyle/>
        <a:p>
          <a:pPr>
            <a:lnSpc>
              <a:spcPct val="100000"/>
            </a:lnSpc>
          </a:pPr>
          <a:r>
            <a:rPr lang="en-IE" dirty="0"/>
            <a:t>Characteristics of Good Software</a:t>
          </a:r>
          <a:endParaRPr lang="en-US" dirty="0"/>
        </a:p>
      </dgm:t>
    </dgm:pt>
    <dgm:pt modelId="{DEEA0778-00D2-4107-A6CC-9371C181D61C}" type="parTrans" cxnId="{119B5E08-9D10-410F-BA47-382D529B7280}">
      <dgm:prSet/>
      <dgm:spPr/>
      <dgm:t>
        <a:bodyPr/>
        <a:lstStyle/>
        <a:p>
          <a:endParaRPr lang="en-US"/>
        </a:p>
      </dgm:t>
    </dgm:pt>
    <dgm:pt modelId="{51ABE2D1-EE97-4AB0-975E-E732BC5D271B}" type="sibTrans" cxnId="{119B5E08-9D10-410F-BA47-382D529B7280}">
      <dgm:prSet/>
      <dgm:spPr/>
      <dgm:t>
        <a:bodyPr/>
        <a:lstStyle/>
        <a:p>
          <a:endParaRPr lang="en-US"/>
        </a:p>
      </dgm:t>
    </dgm:pt>
    <dgm:pt modelId="{454C16FE-FA39-4795-9472-51BD2679A689}">
      <dgm:prSet/>
      <dgm:spPr/>
      <dgm:t>
        <a:bodyPr/>
        <a:lstStyle/>
        <a:p>
          <a:pPr>
            <a:lnSpc>
              <a:spcPct val="100000"/>
            </a:lnSpc>
          </a:pPr>
          <a:r>
            <a:rPr lang="en-IE" dirty="0"/>
            <a:t>The OO Paradigm</a:t>
          </a:r>
          <a:endParaRPr lang="en-US" dirty="0"/>
        </a:p>
      </dgm:t>
    </dgm:pt>
    <dgm:pt modelId="{1C97ED97-F5F5-434F-B260-7B9659209CD4}" type="parTrans" cxnId="{044B91B6-B40D-48D1-B6B6-0B42A852FBF7}">
      <dgm:prSet/>
      <dgm:spPr/>
      <dgm:t>
        <a:bodyPr/>
        <a:lstStyle/>
        <a:p>
          <a:endParaRPr lang="en-US"/>
        </a:p>
      </dgm:t>
    </dgm:pt>
    <dgm:pt modelId="{62073FAD-781C-44E1-80FA-1B62A64625A9}" type="sibTrans" cxnId="{044B91B6-B40D-48D1-B6B6-0B42A852FBF7}">
      <dgm:prSet/>
      <dgm:spPr/>
      <dgm:t>
        <a:bodyPr/>
        <a:lstStyle/>
        <a:p>
          <a:endParaRPr lang="en-US"/>
        </a:p>
      </dgm:t>
    </dgm:pt>
    <dgm:pt modelId="{570E6599-95B2-44D5-94C3-5659E30755DB}" type="pres">
      <dgm:prSet presAssocID="{2D100E74-B531-4FE1-A95C-FBA65B3F56BB}" presName="root" presStyleCnt="0">
        <dgm:presLayoutVars>
          <dgm:dir/>
          <dgm:resizeHandles val="exact"/>
        </dgm:presLayoutVars>
      </dgm:prSet>
      <dgm:spPr/>
    </dgm:pt>
    <dgm:pt modelId="{9EA81ED0-9FB8-474C-BE60-69332347DDCE}" type="pres">
      <dgm:prSet presAssocID="{9B1D87BC-11A4-4F6D-8D72-F8E43CE64C60}" presName="compNode" presStyleCnt="0"/>
      <dgm:spPr/>
    </dgm:pt>
    <dgm:pt modelId="{459564C9-D846-4B80-95EC-E02A57E8316B}" type="pres">
      <dgm:prSet presAssocID="{9B1D87BC-11A4-4F6D-8D72-F8E43CE64C60}" presName="bgRect" presStyleLbl="bgShp" presStyleIdx="0" presStyleCnt="5"/>
      <dgm:spPr/>
    </dgm:pt>
    <dgm:pt modelId="{AC309981-AA79-4716-AC52-7B9FBE67BE87}" type="pres">
      <dgm:prSet presAssocID="{9B1D87BC-11A4-4F6D-8D72-F8E43CE64C60}"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Lecturer"/>
        </a:ext>
      </dgm:extLst>
    </dgm:pt>
    <dgm:pt modelId="{92F5F7BC-C436-423F-A67D-CEC03857B825}" type="pres">
      <dgm:prSet presAssocID="{9B1D87BC-11A4-4F6D-8D72-F8E43CE64C60}" presName="spaceRect" presStyleCnt="0"/>
      <dgm:spPr/>
    </dgm:pt>
    <dgm:pt modelId="{7B15582E-BC40-4717-AF26-C14DE2F46564}" type="pres">
      <dgm:prSet presAssocID="{9B1D87BC-11A4-4F6D-8D72-F8E43CE64C60}" presName="parTx" presStyleLbl="revTx" presStyleIdx="0" presStyleCnt="5">
        <dgm:presLayoutVars>
          <dgm:chMax val="0"/>
          <dgm:chPref val="0"/>
        </dgm:presLayoutVars>
      </dgm:prSet>
      <dgm:spPr/>
    </dgm:pt>
    <dgm:pt modelId="{AD392ED6-4D38-4BDF-B03B-1BF2246D9B0C}" type="pres">
      <dgm:prSet presAssocID="{3F696595-A640-4204-836C-355106E8C215}" presName="sibTrans" presStyleCnt="0"/>
      <dgm:spPr/>
    </dgm:pt>
    <dgm:pt modelId="{89FD4E6E-5451-4945-B7F9-9954AF426B3C}" type="pres">
      <dgm:prSet presAssocID="{958CF8FA-D75A-49D8-8390-AC6BFF2CEB7F}" presName="compNode" presStyleCnt="0"/>
      <dgm:spPr/>
    </dgm:pt>
    <dgm:pt modelId="{F188D645-1DFE-4067-ADC0-1DF21FFF9B15}" type="pres">
      <dgm:prSet presAssocID="{958CF8FA-D75A-49D8-8390-AC6BFF2CEB7F}" presName="bgRect" presStyleLbl="bgShp" presStyleIdx="1" presStyleCnt="5"/>
      <dgm:spPr/>
    </dgm:pt>
    <dgm:pt modelId="{F8E9FE57-29B1-4AF5-812F-F6D95D0501DB}" type="pres">
      <dgm:prSet presAssocID="{958CF8FA-D75A-49D8-8390-AC6BFF2CEB7F}"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ooks"/>
        </a:ext>
      </dgm:extLst>
    </dgm:pt>
    <dgm:pt modelId="{54993BED-2C4E-4804-A79B-3A329BE9FBF0}" type="pres">
      <dgm:prSet presAssocID="{958CF8FA-D75A-49D8-8390-AC6BFF2CEB7F}" presName="spaceRect" presStyleCnt="0"/>
      <dgm:spPr/>
    </dgm:pt>
    <dgm:pt modelId="{EB039839-0FE8-4744-9A6D-627128378E49}" type="pres">
      <dgm:prSet presAssocID="{958CF8FA-D75A-49D8-8390-AC6BFF2CEB7F}" presName="parTx" presStyleLbl="revTx" presStyleIdx="1" presStyleCnt="5">
        <dgm:presLayoutVars>
          <dgm:chMax val="0"/>
          <dgm:chPref val="0"/>
        </dgm:presLayoutVars>
      </dgm:prSet>
      <dgm:spPr/>
    </dgm:pt>
    <dgm:pt modelId="{B527D348-E440-46A1-8CAC-1FA4EDA40B51}" type="pres">
      <dgm:prSet presAssocID="{117B13F9-EA4B-4669-9155-6BC1C1BA050E}" presName="sibTrans" presStyleCnt="0"/>
      <dgm:spPr/>
    </dgm:pt>
    <dgm:pt modelId="{6FE84799-D916-4AC5-BEA3-A2C5BDBB767A}" type="pres">
      <dgm:prSet presAssocID="{E5775B3F-FA1E-4B17-9692-1F306DCFAB9D}" presName="compNode" presStyleCnt="0"/>
      <dgm:spPr/>
    </dgm:pt>
    <dgm:pt modelId="{650E9A7B-ABA1-4B65-BE92-7829D872F90E}" type="pres">
      <dgm:prSet presAssocID="{E5775B3F-FA1E-4B17-9692-1F306DCFAB9D}" presName="bgRect" presStyleLbl="bgShp" presStyleIdx="2" presStyleCnt="5"/>
      <dgm:spPr/>
    </dgm:pt>
    <dgm:pt modelId="{B05E079A-7C31-4EA5-900E-A5F1973F82C1}" type="pres">
      <dgm:prSet presAssocID="{E5775B3F-FA1E-4B17-9692-1F306DCFAB9D}"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ullseye"/>
        </a:ext>
      </dgm:extLst>
    </dgm:pt>
    <dgm:pt modelId="{F28B84C1-072C-40F1-9122-A27CAA7459C0}" type="pres">
      <dgm:prSet presAssocID="{E5775B3F-FA1E-4B17-9692-1F306DCFAB9D}" presName="spaceRect" presStyleCnt="0"/>
      <dgm:spPr/>
    </dgm:pt>
    <dgm:pt modelId="{6B6D54C7-DEDB-46F3-B6EE-835D57F3B3D1}" type="pres">
      <dgm:prSet presAssocID="{E5775B3F-FA1E-4B17-9692-1F306DCFAB9D}" presName="parTx" presStyleLbl="revTx" presStyleIdx="2" presStyleCnt="5">
        <dgm:presLayoutVars>
          <dgm:chMax val="0"/>
          <dgm:chPref val="0"/>
        </dgm:presLayoutVars>
      </dgm:prSet>
      <dgm:spPr/>
    </dgm:pt>
    <dgm:pt modelId="{80DDC19B-D4E4-4AC2-BEB5-C147C2CCBA31}" type="pres">
      <dgm:prSet presAssocID="{FB412749-4D27-47F2-83A3-D7EB16BB5B8F}" presName="sibTrans" presStyleCnt="0"/>
      <dgm:spPr/>
    </dgm:pt>
    <dgm:pt modelId="{F3A716DE-7562-4C56-A953-8C39D3DF2830}" type="pres">
      <dgm:prSet presAssocID="{3AC9B465-5CB0-443A-864E-CD7A47F9CB4C}" presName="compNode" presStyleCnt="0"/>
      <dgm:spPr/>
    </dgm:pt>
    <dgm:pt modelId="{3551B292-0D8A-4166-8B1A-427F01CC4CF5}" type="pres">
      <dgm:prSet presAssocID="{3AC9B465-5CB0-443A-864E-CD7A47F9CB4C}" presName="bgRect" presStyleLbl="bgShp" presStyleIdx="3" presStyleCnt="5"/>
      <dgm:spPr/>
    </dgm:pt>
    <dgm:pt modelId="{1933BD6C-88E2-48DE-B8BB-848FFEB7E057}" type="pres">
      <dgm:prSet presAssocID="{3AC9B465-5CB0-443A-864E-CD7A47F9CB4C}"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74020BB8-49A4-4265-A58D-72491AF92A0C}" type="pres">
      <dgm:prSet presAssocID="{3AC9B465-5CB0-443A-864E-CD7A47F9CB4C}" presName="spaceRect" presStyleCnt="0"/>
      <dgm:spPr/>
    </dgm:pt>
    <dgm:pt modelId="{14090C73-613F-4C3E-A24B-20F83249C94D}" type="pres">
      <dgm:prSet presAssocID="{3AC9B465-5CB0-443A-864E-CD7A47F9CB4C}" presName="parTx" presStyleLbl="revTx" presStyleIdx="3" presStyleCnt="5">
        <dgm:presLayoutVars>
          <dgm:chMax val="0"/>
          <dgm:chPref val="0"/>
        </dgm:presLayoutVars>
      </dgm:prSet>
      <dgm:spPr/>
    </dgm:pt>
    <dgm:pt modelId="{80CAC8E2-CB30-4786-A204-4CA37BECB696}" type="pres">
      <dgm:prSet presAssocID="{51ABE2D1-EE97-4AB0-975E-E732BC5D271B}" presName="sibTrans" presStyleCnt="0"/>
      <dgm:spPr/>
    </dgm:pt>
    <dgm:pt modelId="{29B35B5C-F822-48D3-846C-6F3E1C2CE3B1}" type="pres">
      <dgm:prSet presAssocID="{454C16FE-FA39-4795-9472-51BD2679A689}" presName="compNode" presStyleCnt="0"/>
      <dgm:spPr/>
    </dgm:pt>
    <dgm:pt modelId="{D3C1023E-737B-4B71-8593-A80689C85F02}" type="pres">
      <dgm:prSet presAssocID="{454C16FE-FA39-4795-9472-51BD2679A689}" presName="bgRect" presStyleLbl="bgShp" presStyleIdx="4" presStyleCnt="5"/>
      <dgm:spPr/>
    </dgm:pt>
    <dgm:pt modelId="{63CE9EDA-98E1-4F01-B0AD-A815AAABD512}" type="pres">
      <dgm:prSet presAssocID="{454C16FE-FA39-4795-9472-51BD2679A689}"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ScientificThought"/>
        </a:ext>
      </dgm:extLst>
    </dgm:pt>
    <dgm:pt modelId="{38B9D683-486F-4C33-A42C-12C9354D7D02}" type="pres">
      <dgm:prSet presAssocID="{454C16FE-FA39-4795-9472-51BD2679A689}" presName="spaceRect" presStyleCnt="0"/>
      <dgm:spPr/>
    </dgm:pt>
    <dgm:pt modelId="{290C1D7D-143B-46CF-A130-471EFB41E5B7}" type="pres">
      <dgm:prSet presAssocID="{454C16FE-FA39-4795-9472-51BD2679A689}" presName="parTx" presStyleLbl="revTx" presStyleIdx="4" presStyleCnt="5">
        <dgm:presLayoutVars>
          <dgm:chMax val="0"/>
          <dgm:chPref val="0"/>
        </dgm:presLayoutVars>
      </dgm:prSet>
      <dgm:spPr/>
    </dgm:pt>
  </dgm:ptLst>
  <dgm:cxnLst>
    <dgm:cxn modelId="{D332AB00-E5D8-4D6A-A1DA-A8BE9F5D428D}" type="presOf" srcId="{454C16FE-FA39-4795-9472-51BD2679A689}" destId="{290C1D7D-143B-46CF-A130-471EFB41E5B7}" srcOrd="0" destOrd="0" presId="urn:microsoft.com/office/officeart/2018/2/layout/IconVerticalSolidList"/>
    <dgm:cxn modelId="{119B5E08-9D10-410F-BA47-382D529B7280}" srcId="{2D100E74-B531-4FE1-A95C-FBA65B3F56BB}" destId="{3AC9B465-5CB0-443A-864E-CD7A47F9CB4C}" srcOrd="3" destOrd="0" parTransId="{DEEA0778-00D2-4107-A6CC-9371C181D61C}" sibTransId="{51ABE2D1-EE97-4AB0-975E-E732BC5D271B}"/>
    <dgm:cxn modelId="{CCEC2F24-8DC2-4776-9FCF-519FB63AFD26}" type="presOf" srcId="{958CF8FA-D75A-49D8-8390-AC6BFF2CEB7F}" destId="{EB039839-0FE8-4744-9A6D-627128378E49}" srcOrd="0" destOrd="0" presId="urn:microsoft.com/office/officeart/2018/2/layout/IconVerticalSolidList"/>
    <dgm:cxn modelId="{DDE4DF5D-B503-4DE2-A380-52B1BE80AEBF}" type="presOf" srcId="{9B1D87BC-11A4-4F6D-8D72-F8E43CE64C60}" destId="{7B15582E-BC40-4717-AF26-C14DE2F46564}" srcOrd="0" destOrd="0" presId="urn:microsoft.com/office/officeart/2018/2/layout/IconVerticalSolidList"/>
    <dgm:cxn modelId="{CED09F42-AC26-4C3E-BC65-D7C991372FD4}" type="presOf" srcId="{3AC9B465-5CB0-443A-864E-CD7A47F9CB4C}" destId="{14090C73-613F-4C3E-A24B-20F83249C94D}" srcOrd="0" destOrd="0" presId="urn:microsoft.com/office/officeart/2018/2/layout/IconVerticalSolidList"/>
    <dgm:cxn modelId="{C29E546C-CE99-4A9A-84AB-75721800449D}" type="presOf" srcId="{E5775B3F-FA1E-4B17-9692-1F306DCFAB9D}" destId="{6B6D54C7-DEDB-46F3-B6EE-835D57F3B3D1}" srcOrd="0" destOrd="0" presId="urn:microsoft.com/office/officeart/2018/2/layout/IconVerticalSolidList"/>
    <dgm:cxn modelId="{FAE5FA90-02BC-4112-81D6-0D13621E0691}" type="presOf" srcId="{2D100E74-B531-4FE1-A95C-FBA65B3F56BB}" destId="{570E6599-95B2-44D5-94C3-5659E30755DB}" srcOrd="0" destOrd="0" presId="urn:microsoft.com/office/officeart/2018/2/layout/IconVerticalSolidList"/>
    <dgm:cxn modelId="{1683299A-D419-4EE4-8FF8-180F9639DEA0}" srcId="{2D100E74-B531-4FE1-A95C-FBA65B3F56BB}" destId="{958CF8FA-D75A-49D8-8390-AC6BFF2CEB7F}" srcOrd="1" destOrd="0" parTransId="{493EA060-A709-4E61-B875-8B32D259CD15}" sibTransId="{117B13F9-EA4B-4669-9155-6BC1C1BA050E}"/>
    <dgm:cxn modelId="{044B91B6-B40D-48D1-B6B6-0B42A852FBF7}" srcId="{2D100E74-B531-4FE1-A95C-FBA65B3F56BB}" destId="{454C16FE-FA39-4795-9472-51BD2679A689}" srcOrd="4" destOrd="0" parTransId="{1C97ED97-F5F5-434F-B260-7B9659209CD4}" sibTransId="{62073FAD-781C-44E1-80FA-1B62A64625A9}"/>
    <dgm:cxn modelId="{949A36C0-F5D2-4085-9958-C00032F5D1E9}" srcId="{2D100E74-B531-4FE1-A95C-FBA65B3F56BB}" destId="{9B1D87BC-11A4-4F6D-8D72-F8E43CE64C60}" srcOrd="0" destOrd="0" parTransId="{B2A5427F-AB50-4145-A960-4E76560BBADA}" sibTransId="{3F696595-A640-4204-836C-355106E8C215}"/>
    <dgm:cxn modelId="{0EE0B7E7-5351-46DE-8375-2C84BD8BD833}" srcId="{2D100E74-B531-4FE1-A95C-FBA65B3F56BB}" destId="{E5775B3F-FA1E-4B17-9692-1F306DCFAB9D}" srcOrd="2" destOrd="0" parTransId="{5B1FF646-4957-4263-AE1C-6D52E9C18704}" sibTransId="{FB412749-4D27-47F2-83A3-D7EB16BB5B8F}"/>
    <dgm:cxn modelId="{287B9F01-6B78-4BAA-A5E5-9FF61D8213FE}" type="presParOf" srcId="{570E6599-95B2-44D5-94C3-5659E30755DB}" destId="{9EA81ED0-9FB8-474C-BE60-69332347DDCE}" srcOrd="0" destOrd="0" presId="urn:microsoft.com/office/officeart/2018/2/layout/IconVerticalSolidList"/>
    <dgm:cxn modelId="{222A9C0E-093B-4CF8-B26E-BCD4F04FC267}" type="presParOf" srcId="{9EA81ED0-9FB8-474C-BE60-69332347DDCE}" destId="{459564C9-D846-4B80-95EC-E02A57E8316B}" srcOrd="0" destOrd="0" presId="urn:microsoft.com/office/officeart/2018/2/layout/IconVerticalSolidList"/>
    <dgm:cxn modelId="{42B4453F-063D-4AD3-B26E-85AEC45E3CFE}" type="presParOf" srcId="{9EA81ED0-9FB8-474C-BE60-69332347DDCE}" destId="{AC309981-AA79-4716-AC52-7B9FBE67BE87}" srcOrd="1" destOrd="0" presId="urn:microsoft.com/office/officeart/2018/2/layout/IconVerticalSolidList"/>
    <dgm:cxn modelId="{D346D196-4222-476A-9186-56D90B075650}" type="presParOf" srcId="{9EA81ED0-9FB8-474C-BE60-69332347DDCE}" destId="{92F5F7BC-C436-423F-A67D-CEC03857B825}" srcOrd="2" destOrd="0" presId="urn:microsoft.com/office/officeart/2018/2/layout/IconVerticalSolidList"/>
    <dgm:cxn modelId="{50B2C660-A864-480D-B7AF-1E1B20C753C3}" type="presParOf" srcId="{9EA81ED0-9FB8-474C-BE60-69332347DDCE}" destId="{7B15582E-BC40-4717-AF26-C14DE2F46564}" srcOrd="3" destOrd="0" presId="urn:microsoft.com/office/officeart/2018/2/layout/IconVerticalSolidList"/>
    <dgm:cxn modelId="{FF75FA7C-9FE9-4DCC-8509-821D0E7DD6AA}" type="presParOf" srcId="{570E6599-95B2-44D5-94C3-5659E30755DB}" destId="{AD392ED6-4D38-4BDF-B03B-1BF2246D9B0C}" srcOrd="1" destOrd="0" presId="urn:microsoft.com/office/officeart/2018/2/layout/IconVerticalSolidList"/>
    <dgm:cxn modelId="{4677BB5C-784D-429C-B062-ECA2D8C022A7}" type="presParOf" srcId="{570E6599-95B2-44D5-94C3-5659E30755DB}" destId="{89FD4E6E-5451-4945-B7F9-9954AF426B3C}" srcOrd="2" destOrd="0" presId="urn:microsoft.com/office/officeart/2018/2/layout/IconVerticalSolidList"/>
    <dgm:cxn modelId="{8F55B962-20FF-475A-A801-68A6E3ACA1F9}" type="presParOf" srcId="{89FD4E6E-5451-4945-B7F9-9954AF426B3C}" destId="{F188D645-1DFE-4067-ADC0-1DF21FFF9B15}" srcOrd="0" destOrd="0" presId="urn:microsoft.com/office/officeart/2018/2/layout/IconVerticalSolidList"/>
    <dgm:cxn modelId="{14C2F50F-D302-4958-91EF-63F420C6E0BD}" type="presParOf" srcId="{89FD4E6E-5451-4945-B7F9-9954AF426B3C}" destId="{F8E9FE57-29B1-4AF5-812F-F6D95D0501DB}" srcOrd="1" destOrd="0" presId="urn:microsoft.com/office/officeart/2018/2/layout/IconVerticalSolidList"/>
    <dgm:cxn modelId="{17F0A304-CB93-4D42-8FB2-7DFE0B76DE55}" type="presParOf" srcId="{89FD4E6E-5451-4945-B7F9-9954AF426B3C}" destId="{54993BED-2C4E-4804-A79B-3A329BE9FBF0}" srcOrd="2" destOrd="0" presId="urn:microsoft.com/office/officeart/2018/2/layout/IconVerticalSolidList"/>
    <dgm:cxn modelId="{3DEA1BFC-245D-49C6-B2E0-B398FF17E362}" type="presParOf" srcId="{89FD4E6E-5451-4945-B7F9-9954AF426B3C}" destId="{EB039839-0FE8-4744-9A6D-627128378E49}" srcOrd="3" destOrd="0" presId="urn:microsoft.com/office/officeart/2018/2/layout/IconVerticalSolidList"/>
    <dgm:cxn modelId="{2BFB6378-0828-41F9-94D5-9CCD220F52C7}" type="presParOf" srcId="{570E6599-95B2-44D5-94C3-5659E30755DB}" destId="{B527D348-E440-46A1-8CAC-1FA4EDA40B51}" srcOrd="3" destOrd="0" presId="urn:microsoft.com/office/officeart/2018/2/layout/IconVerticalSolidList"/>
    <dgm:cxn modelId="{6F065E53-C2F2-4DAC-B923-C6F69F9EE2BF}" type="presParOf" srcId="{570E6599-95B2-44D5-94C3-5659E30755DB}" destId="{6FE84799-D916-4AC5-BEA3-A2C5BDBB767A}" srcOrd="4" destOrd="0" presId="urn:microsoft.com/office/officeart/2018/2/layout/IconVerticalSolidList"/>
    <dgm:cxn modelId="{304646E7-F442-42CC-B29D-9F4694B62E58}" type="presParOf" srcId="{6FE84799-D916-4AC5-BEA3-A2C5BDBB767A}" destId="{650E9A7B-ABA1-4B65-BE92-7829D872F90E}" srcOrd="0" destOrd="0" presId="urn:microsoft.com/office/officeart/2018/2/layout/IconVerticalSolidList"/>
    <dgm:cxn modelId="{7281F2E0-B97D-4D38-A2AD-C864917F847C}" type="presParOf" srcId="{6FE84799-D916-4AC5-BEA3-A2C5BDBB767A}" destId="{B05E079A-7C31-4EA5-900E-A5F1973F82C1}" srcOrd="1" destOrd="0" presId="urn:microsoft.com/office/officeart/2018/2/layout/IconVerticalSolidList"/>
    <dgm:cxn modelId="{C1552FB5-5C28-4E34-A57E-295168722CCA}" type="presParOf" srcId="{6FE84799-D916-4AC5-BEA3-A2C5BDBB767A}" destId="{F28B84C1-072C-40F1-9122-A27CAA7459C0}" srcOrd="2" destOrd="0" presId="urn:microsoft.com/office/officeart/2018/2/layout/IconVerticalSolidList"/>
    <dgm:cxn modelId="{AA5E94A0-DEFF-4150-BCEE-81CCD934D0D1}" type="presParOf" srcId="{6FE84799-D916-4AC5-BEA3-A2C5BDBB767A}" destId="{6B6D54C7-DEDB-46F3-B6EE-835D57F3B3D1}" srcOrd="3" destOrd="0" presId="urn:microsoft.com/office/officeart/2018/2/layout/IconVerticalSolidList"/>
    <dgm:cxn modelId="{F36C5979-CC7B-4A28-9A01-EE355C8F04BB}" type="presParOf" srcId="{570E6599-95B2-44D5-94C3-5659E30755DB}" destId="{80DDC19B-D4E4-4AC2-BEB5-C147C2CCBA31}" srcOrd="5" destOrd="0" presId="urn:microsoft.com/office/officeart/2018/2/layout/IconVerticalSolidList"/>
    <dgm:cxn modelId="{B0F6027A-5230-4A4C-823C-8AE4C1B193B5}" type="presParOf" srcId="{570E6599-95B2-44D5-94C3-5659E30755DB}" destId="{F3A716DE-7562-4C56-A953-8C39D3DF2830}" srcOrd="6" destOrd="0" presId="urn:microsoft.com/office/officeart/2018/2/layout/IconVerticalSolidList"/>
    <dgm:cxn modelId="{242A01AC-4A79-4E97-B01C-550925139DE0}" type="presParOf" srcId="{F3A716DE-7562-4C56-A953-8C39D3DF2830}" destId="{3551B292-0D8A-4166-8B1A-427F01CC4CF5}" srcOrd="0" destOrd="0" presId="urn:microsoft.com/office/officeart/2018/2/layout/IconVerticalSolidList"/>
    <dgm:cxn modelId="{36EA1C9E-8F63-4DEE-8CE3-8F94104FFA4F}" type="presParOf" srcId="{F3A716DE-7562-4C56-A953-8C39D3DF2830}" destId="{1933BD6C-88E2-48DE-B8BB-848FFEB7E057}" srcOrd="1" destOrd="0" presId="urn:microsoft.com/office/officeart/2018/2/layout/IconVerticalSolidList"/>
    <dgm:cxn modelId="{285F3F09-52CE-40CC-B3A7-EC020170B596}" type="presParOf" srcId="{F3A716DE-7562-4C56-A953-8C39D3DF2830}" destId="{74020BB8-49A4-4265-A58D-72491AF92A0C}" srcOrd="2" destOrd="0" presId="urn:microsoft.com/office/officeart/2018/2/layout/IconVerticalSolidList"/>
    <dgm:cxn modelId="{B6B7690E-97BB-4ADE-B7B7-A49D47E90CD0}" type="presParOf" srcId="{F3A716DE-7562-4C56-A953-8C39D3DF2830}" destId="{14090C73-613F-4C3E-A24B-20F83249C94D}" srcOrd="3" destOrd="0" presId="urn:microsoft.com/office/officeart/2018/2/layout/IconVerticalSolidList"/>
    <dgm:cxn modelId="{34537E1C-28BF-490A-8696-E7D8444B012F}" type="presParOf" srcId="{570E6599-95B2-44D5-94C3-5659E30755DB}" destId="{80CAC8E2-CB30-4786-A204-4CA37BECB696}" srcOrd="7" destOrd="0" presId="urn:microsoft.com/office/officeart/2018/2/layout/IconVerticalSolidList"/>
    <dgm:cxn modelId="{DB4AB28F-0C6E-4985-B1C8-03102CA651B2}" type="presParOf" srcId="{570E6599-95B2-44D5-94C3-5659E30755DB}" destId="{29B35B5C-F822-48D3-846C-6F3E1C2CE3B1}" srcOrd="8" destOrd="0" presId="urn:microsoft.com/office/officeart/2018/2/layout/IconVerticalSolidList"/>
    <dgm:cxn modelId="{AAB3DE98-321A-4782-B4DC-995515850A33}" type="presParOf" srcId="{29B35B5C-F822-48D3-846C-6F3E1C2CE3B1}" destId="{D3C1023E-737B-4B71-8593-A80689C85F02}" srcOrd="0" destOrd="0" presId="urn:microsoft.com/office/officeart/2018/2/layout/IconVerticalSolidList"/>
    <dgm:cxn modelId="{CA4758B7-C181-4952-86E6-4E4398D9BE72}" type="presParOf" srcId="{29B35B5C-F822-48D3-846C-6F3E1C2CE3B1}" destId="{63CE9EDA-98E1-4F01-B0AD-A815AAABD512}" srcOrd="1" destOrd="0" presId="urn:microsoft.com/office/officeart/2018/2/layout/IconVerticalSolidList"/>
    <dgm:cxn modelId="{8AED0B4B-1D4D-497C-88EB-01953DE2915D}" type="presParOf" srcId="{29B35B5C-F822-48D3-846C-6F3E1C2CE3B1}" destId="{38B9D683-486F-4C33-A42C-12C9354D7D02}" srcOrd="2" destOrd="0" presId="urn:microsoft.com/office/officeart/2018/2/layout/IconVerticalSolidList"/>
    <dgm:cxn modelId="{768B08AD-C653-4735-A7C4-B763ED486262}" type="presParOf" srcId="{29B35B5C-F822-48D3-846C-6F3E1C2CE3B1}" destId="{290C1D7D-143B-46CF-A130-471EFB41E5B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10D587C-E4F1-4812-AF90-19484A56ED9F}" type="doc">
      <dgm:prSet loTypeId="urn:microsoft.com/office/officeart/2005/8/layout/process4" loCatId="process" qsTypeId="urn:microsoft.com/office/officeart/2005/8/quickstyle/simple1#1" qsCatId="simple" csTypeId="urn:microsoft.com/office/officeart/2005/8/colors/accent1_2#1" csCatId="accent1" phldr="1"/>
      <dgm:spPr/>
      <dgm:t>
        <a:bodyPr/>
        <a:lstStyle/>
        <a:p>
          <a:endParaRPr lang="en-US"/>
        </a:p>
      </dgm:t>
    </dgm:pt>
    <dgm:pt modelId="{AFDFEA72-4868-4A9A-BB6C-B35CC4428157}">
      <dgm:prSet/>
      <dgm:spPr/>
      <dgm:t>
        <a:bodyPr/>
        <a:lstStyle/>
        <a:p>
          <a:r>
            <a:rPr lang="en-IE" dirty="0"/>
            <a:t>Specification of a contract between a service (software) and a client (software) that uses the service API.</a:t>
          </a:r>
          <a:endParaRPr lang="en-US" dirty="0"/>
        </a:p>
      </dgm:t>
    </dgm:pt>
    <dgm:pt modelId="{46B5B5E2-FBD5-4CDC-ADA6-4A8044DEC5DE}" type="parTrans" cxnId="{1B456533-1DEC-4B54-91F5-4BBC8EA1DC84}">
      <dgm:prSet/>
      <dgm:spPr/>
      <dgm:t>
        <a:bodyPr/>
        <a:lstStyle/>
        <a:p>
          <a:endParaRPr lang="en-US"/>
        </a:p>
      </dgm:t>
    </dgm:pt>
    <dgm:pt modelId="{75B1A0BD-9487-485D-BEC0-E1C189820DBC}" type="sibTrans" cxnId="{1B456533-1DEC-4B54-91F5-4BBC8EA1DC84}">
      <dgm:prSet/>
      <dgm:spPr/>
      <dgm:t>
        <a:bodyPr/>
        <a:lstStyle/>
        <a:p>
          <a:endParaRPr lang="en-US"/>
        </a:p>
      </dgm:t>
    </dgm:pt>
    <dgm:pt modelId="{35505F72-7D2C-4A81-8950-26CF698C6F03}">
      <dgm:prSet/>
      <dgm:spPr/>
      <dgm:t>
        <a:bodyPr/>
        <a:lstStyle/>
        <a:p>
          <a:r>
            <a:rPr lang="en-IE" dirty="0"/>
            <a:t>Contracts must be enforceable</a:t>
          </a:r>
          <a:endParaRPr lang="en-US" dirty="0"/>
        </a:p>
      </dgm:t>
    </dgm:pt>
    <dgm:pt modelId="{4FCADB41-C98D-4E40-B0EA-38164D734F97}" type="parTrans" cxnId="{84C75372-94B3-48F9-B817-AFAC1D6650B6}">
      <dgm:prSet/>
      <dgm:spPr/>
      <dgm:t>
        <a:bodyPr/>
        <a:lstStyle/>
        <a:p>
          <a:endParaRPr lang="en-US"/>
        </a:p>
      </dgm:t>
    </dgm:pt>
    <dgm:pt modelId="{34027F5C-05E5-4B39-BD79-C35742641BB3}" type="sibTrans" cxnId="{84C75372-94B3-48F9-B817-AFAC1D6650B6}">
      <dgm:prSet/>
      <dgm:spPr/>
      <dgm:t>
        <a:bodyPr/>
        <a:lstStyle/>
        <a:p>
          <a:endParaRPr lang="en-US"/>
        </a:p>
      </dgm:t>
    </dgm:pt>
    <dgm:pt modelId="{21BD9946-57C1-4BBC-ACD5-743F42E3B6EE}">
      <dgm:prSet/>
      <dgm:spPr/>
      <dgm:t>
        <a:bodyPr/>
        <a:lstStyle/>
        <a:p>
          <a:r>
            <a:rPr lang="en-IE" dirty="0"/>
            <a:t>Syntactic: signature, parameters, return type, etc.,  match.</a:t>
          </a:r>
          <a:endParaRPr lang="en-US" dirty="0"/>
        </a:p>
      </dgm:t>
    </dgm:pt>
    <dgm:pt modelId="{CCCCF5E1-B6FC-4EAD-9E68-62C343C14D9B}" type="parTrans" cxnId="{3431365A-A8CC-4907-83AA-764F495ADD68}">
      <dgm:prSet/>
      <dgm:spPr/>
      <dgm:t>
        <a:bodyPr/>
        <a:lstStyle/>
        <a:p>
          <a:endParaRPr lang="en-US"/>
        </a:p>
      </dgm:t>
    </dgm:pt>
    <dgm:pt modelId="{78992A57-A00A-47A7-B5A6-EB7CAB79EC11}" type="sibTrans" cxnId="{3431365A-A8CC-4907-83AA-764F495ADD68}">
      <dgm:prSet/>
      <dgm:spPr/>
      <dgm:t>
        <a:bodyPr/>
        <a:lstStyle/>
        <a:p>
          <a:endParaRPr lang="en-US"/>
        </a:p>
      </dgm:t>
    </dgm:pt>
    <dgm:pt modelId="{3838250B-18E9-4642-BAA0-F525B9AD03EA}">
      <dgm:prSet/>
      <dgm:spPr/>
      <dgm:t>
        <a:bodyPr/>
        <a:lstStyle/>
        <a:p>
          <a:r>
            <a:rPr lang="en-IE" dirty="0"/>
            <a:t>Semantic: the meaning of the arguments supplied in the client call correlates with the intent of the parameters in the method heading.</a:t>
          </a:r>
          <a:endParaRPr lang="en-US" dirty="0"/>
        </a:p>
      </dgm:t>
    </dgm:pt>
    <dgm:pt modelId="{B5307496-84E6-43B8-8AF0-D8B65C788E2C}" type="parTrans" cxnId="{7B65D113-B558-4C13-A741-CFEE851C2DC7}">
      <dgm:prSet/>
      <dgm:spPr/>
      <dgm:t>
        <a:bodyPr/>
        <a:lstStyle/>
        <a:p>
          <a:endParaRPr lang="en-US"/>
        </a:p>
      </dgm:t>
    </dgm:pt>
    <dgm:pt modelId="{B8927A11-9916-4D42-B938-0CE366D07EE6}" type="sibTrans" cxnId="{7B65D113-B558-4C13-A741-CFEE851C2DC7}">
      <dgm:prSet/>
      <dgm:spPr/>
      <dgm:t>
        <a:bodyPr/>
        <a:lstStyle/>
        <a:p>
          <a:endParaRPr lang="en-US"/>
        </a:p>
      </dgm:t>
    </dgm:pt>
    <dgm:pt modelId="{313F0A17-CAD7-4974-8171-BFFB84F93187}">
      <dgm:prSet/>
      <dgm:spPr/>
      <dgm:t>
        <a:bodyPr/>
        <a:lstStyle/>
        <a:p>
          <a:r>
            <a:rPr lang="en-IE" dirty="0"/>
            <a:t>Not currently doable.</a:t>
          </a:r>
          <a:endParaRPr lang="en-US" dirty="0"/>
        </a:p>
      </dgm:t>
    </dgm:pt>
    <dgm:pt modelId="{50B6BEB4-FE8C-446E-9ED7-3FA58735DB6F}" type="parTrans" cxnId="{858F4A4D-BC71-45E8-8687-F1C5B55A347E}">
      <dgm:prSet/>
      <dgm:spPr/>
      <dgm:t>
        <a:bodyPr/>
        <a:lstStyle/>
        <a:p>
          <a:endParaRPr lang="en-US"/>
        </a:p>
      </dgm:t>
    </dgm:pt>
    <dgm:pt modelId="{CD439C32-6279-4012-88DF-4B4FB715D64B}" type="sibTrans" cxnId="{858F4A4D-BC71-45E8-8687-F1C5B55A347E}">
      <dgm:prSet/>
      <dgm:spPr/>
      <dgm:t>
        <a:bodyPr/>
        <a:lstStyle/>
        <a:p>
          <a:endParaRPr lang="en-US"/>
        </a:p>
      </dgm:t>
    </dgm:pt>
    <dgm:pt modelId="{52758B03-A716-4DF4-A185-FF0419C8BFCC}" type="pres">
      <dgm:prSet presAssocID="{510D587C-E4F1-4812-AF90-19484A56ED9F}" presName="Name0" presStyleCnt="0">
        <dgm:presLayoutVars>
          <dgm:dir/>
          <dgm:animLvl val="lvl"/>
          <dgm:resizeHandles val="exact"/>
        </dgm:presLayoutVars>
      </dgm:prSet>
      <dgm:spPr/>
    </dgm:pt>
    <dgm:pt modelId="{1321A9A2-5B1F-4968-86AF-18C0BCA64883}" type="pres">
      <dgm:prSet presAssocID="{35505F72-7D2C-4A81-8950-26CF698C6F03}" presName="boxAndChildren" presStyleCnt="0"/>
      <dgm:spPr/>
    </dgm:pt>
    <dgm:pt modelId="{BF0465CF-0BE7-4627-9C24-9853496739C9}" type="pres">
      <dgm:prSet presAssocID="{35505F72-7D2C-4A81-8950-26CF698C6F03}" presName="parentTextBox" presStyleLbl="node1" presStyleIdx="0" presStyleCnt="2"/>
      <dgm:spPr/>
    </dgm:pt>
    <dgm:pt modelId="{54CA273D-8BB4-4CFE-A9CD-D6BC3100296E}" type="pres">
      <dgm:prSet presAssocID="{35505F72-7D2C-4A81-8950-26CF698C6F03}" presName="entireBox" presStyleLbl="node1" presStyleIdx="0" presStyleCnt="2"/>
      <dgm:spPr/>
    </dgm:pt>
    <dgm:pt modelId="{98390FAA-B50B-48C5-B85E-67BCC148C6EC}" type="pres">
      <dgm:prSet presAssocID="{35505F72-7D2C-4A81-8950-26CF698C6F03}" presName="descendantBox" presStyleCnt="0"/>
      <dgm:spPr/>
    </dgm:pt>
    <dgm:pt modelId="{CDC0B7D8-13B2-427A-ADF2-C5F54B8C2CFD}" type="pres">
      <dgm:prSet presAssocID="{21BD9946-57C1-4BBC-ACD5-743F42E3B6EE}" presName="childTextBox" presStyleLbl="fgAccFollowNode1" presStyleIdx="0" presStyleCnt="2">
        <dgm:presLayoutVars>
          <dgm:bulletEnabled val="1"/>
        </dgm:presLayoutVars>
      </dgm:prSet>
      <dgm:spPr/>
    </dgm:pt>
    <dgm:pt modelId="{A40440F8-F624-4533-86B6-FC8D4CB1E4B1}" type="pres">
      <dgm:prSet presAssocID="{3838250B-18E9-4642-BAA0-F525B9AD03EA}" presName="childTextBox" presStyleLbl="fgAccFollowNode1" presStyleIdx="1" presStyleCnt="2">
        <dgm:presLayoutVars>
          <dgm:bulletEnabled val="1"/>
        </dgm:presLayoutVars>
      </dgm:prSet>
      <dgm:spPr/>
    </dgm:pt>
    <dgm:pt modelId="{A6614C49-3692-4A12-A6C5-83A24473A496}" type="pres">
      <dgm:prSet presAssocID="{75B1A0BD-9487-485D-BEC0-E1C189820DBC}" presName="sp" presStyleCnt="0"/>
      <dgm:spPr/>
    </dgm:pt>
    <dgm:pt modelId="{2F9901C5-EC81-40B7-B71A-E087E163D2E5}" type="pres">
      <dgm:prSet presAssocID="{AFDFEA72-4868-4A9A-BB6C-B35CC4428157}" presName="arrowAndChildren" presStyleCnt="0"/>
      <dgm:spPr/>
    </dgm:pt>
    <dgm:pt modelId="{283BBA55-41EE-42CB-B77D-2E1FA0DA631F}" type="pres">
      <dgm:prSet presAssocID="{AFDFEA72-4868-4A9A-BB6C-B35CC4428157}" presName="parentTextArrow" presStyleLbl="node1" presStyleIdx="1" presStyleCnt="2"/>
      <dgm:spPr/>
    </dgm:pt>
  </dgm:ptLst>
  <dgm:cxnLst>
    <dgm:cxn modelId="{6AAED40D-8631-46A4-9C09-258830EDC585}" type="presOf" srcId="{21BD9946-57C1-4BBC-ACD5-743F42E3B6EE}" destId="{CDC0B7D8-13B2-427A-ADF2-C5F54B8C2CFD}" srcOrd="0" destOrd="0" presId="urn:microsoft.com/office/officeart/2005/8/layout/process4"/>
    <dgm:cxn modelId="{7B65D113-B558-4C13-A741-CFEE851C2DC7}" srcId="{35505F72-7D2C-4A81-8950-26CF698C6F03}" destId="{3838250B-18E9-4642-BAA0-F525B9AD03EA}" srcOrd="1" destOrd="0" parTransId="{B5307496-84E6-43B8-8AF0-D8B65C788E2C}" sibTransId="{B8927A11-9916-4D42-B938-0CE366D07EE6}"/>
    <dgm:cxn modelId="{AE21FB1C-5742-4AFF-96C0-8581A7F8B909}" type="presOf" srcId="{35505F72-7D2C-4A81-8950-26CF698C6F03}" destId="{54CA273D-8BB4-4CFE-A9CD-D6BC3100296E}" srcOrd="1" destOrd="0" presId="urn:microsoft.com/office/officeart/2005/8/layout/process4"/>
    <dgm:cxn modelId="{5B60261E-A515-4201-97BB-4DC833532FCB}" type="presOf" srcId="{35505F72-7D2C-4A81-8950-26CF698C6F03}" destId="{BF0465CF-0BE7-4627-9C24-9853496739C9}" srcOrd="0" destOrd="0" presId="urn:microsoft.com/office/officeart/2005/8/layout/process4"/>
    <dgm:cxn modelId="{1B456533-1DEC-4B54-91F5-4BBC8EA1DC84}" srcId="{510D587C-E4F1-4812-AF90-19484A56ED9F}" destId="{AFDFEA72-4868-4A9A-BB6C-B35CC4428157}" srcOrd="0" destOrd="0" parTransId="{46B5B5E2-FBD5-4CDC-ADA6-4A8044DEC5DE}" sibTransId="{75B1A0BD-9487-485D-BEC0-E1C189820DBC}"/>
    <dgm:cxn modelId="{858F4A4D-BC71-45E8-8687-F1C5B55A347E}" srcId="{3838250B-18E9-4642-BAA0-F525B9AD03EA}" destId="{313F0A17-CAD7-4974-8171-BFFB84F93187}" srcOrd="0" destOrd="0" parTransId="{50B6BEB4-FE8C-446E-9ED7-3FA58735DB6F}" sibTransId="{CD439C32-6279-4012-88DF-4B4FB715D64B}"/>
    <dgm:cxn modelId="{84C75372-94B3-48F9-B817-AFAC1D6650B6}" srcId="{510D587C-E4F1-4812-AF90-19484A56ED9F}" destId="{35505F72-7D2C-4A81-8950-26CF698C6F03}" srcOrd="1" destOrd="0" parTransId="{4FCADB41-C98D-4E40-B0EA-38164D734F97}" sibTransId="{34027F5C-05E5-4B39-BD79-C35742641BB3}"/>
    <dgm:cxn modelId="{A88ADF58-E129-45CD-A5DA-035B9BAD231C}" type="presOf" srcId="{313F0A17-CAD7-4974-8171-BFFB84F93187}" destId="{A40440F8-F624-4533-86B6-FC8D4CB1E4B1}" srcOrd="0" destOrd="1" presId="urn:microsoft.com/office/officeart/2005/8/layout/process4"/>
    <dgm:cxn modelId="{3431365A-A8CC-4907-83AA-764F495ADD68}" srcId="{35505F72-7D2C-4A81-8950-26CF698C6F03}" destId="{21BD9946-57C1-4BBC-ACD5-743F42E3B6EE}" srcOrd="0" destOrd="0" parTransId="{CCCCF5E1-B6FC-4EAD-9E68-62C343C14D9B}" sibTransId="{78992A57-A00A-47A7-B5A6-EB7CAB79EC11}"/>
    <dgm:cxn modelId="{478B23C1-DC76-4737-8CC1-62930671ED9B}" type="presOf" srcId="{3838250B-18E9-4642-BAA0-F525B9AD03EA}" destId="{A40440F8-F624-4533-86B6-FC8D4CB1E4B1}" srcOrd="0" destOrd="0" presId="urn:microsoft.com/office/officeart/2005/8/layout/process4"/>
    <dgm:cxn modelId="{3AF221E5-41BF-44BC-98FC-C0E21FCB371C}" type="presOf" srcId="{510D587C-E4F1-4812-AF90-19484A56ED9F}" destId="{52758B03-A716-4DF4-A185-FF0419C8BFCC}" srcOrd="0" destOrd="0" presId="urn:microsoft.com/office/officeart/2005/8/layout/process4"/>
    <dgm:cxn modelId="{152154FC-58FB-432B-8CAA-0A3B0AA5A996}" type="presOf" srcId="{AFDFEA72-4868-4A9A-BB6C-B35CC4428157}" destId="{283BBA55-41EE-42CB-B77D-2E1FA0DA631F}" srcOrd="0" destOrd="0" presId="urn:microsoft.com/office/officeart/2005/8/layout/process4"/>
    <dgm:cxn modelId="{F3C05299-1202-42F8-8D57-EFEF8C5ED42D}" type="presParOf" srcId="{52758B03-A716-4DF4-A185-FF0419C8BFCC}" destId="{1321A9A2-5B1F-4968-86AF-18C0BCA64883}" srcOrd="0" destOrd="0" presId="urn:microsoft.com/office/officeart/2005/8/layout/process4"/>
    <dgm:cxn modelId="{C0D6A320-DCEB-42AC-AACE-623E100964DB}" type="presParOf" srcId="{1321A9A2-5B1F-4968-86AF-18C0BCA64883}" destId="{BF0465CF-0BE7-4627-9C24-9853496739C9}" srcOrd="0" destOrd="0" presId="urn:microsoft.com/office/officeart/2005/8/layout/process4"/>
    <dgm:cxn modelId="{05A4C671-C593-4E6D-BC2D-FE1320BC7589}" type="presParOf" srcId="{1321A9A2-5B1F-4968-86AF-18C0BCA64883}" destId="{54CA273D-8BB4-4CFE-A9CD-D6BC3100296E}" srcOrd="1" destOrd="0" presId="urn:microsoft.com/office/officeart/2005/8/layout/process4"/>
    <dgm:cxn modelId="{A5FDED8C-21D3-4C6E-8065-F211715B86BF}" type="presParOf" srcId="{1321A9A2-5B1F-4968-86AF-18C0BCA64883}" destId="{98390FAA-B50B-48C5-B85E-67BCC148C6EC}" srcOrd="2" destOrd="0" presId="urn:microsoft.com/office/officeart/2005/8/layout/process4"/>
    <dgm:cxn modelId="{03E45361-7D3F-4C85-ADAD-BE4F1E56EDAE}" type="presParOf" srcId="{98390FAA-B50B-48C5-B85E-67BCC148C6EC}" destId="{CDC0B7D8-13B2-427A-ADF2-C5F54B8C2CFD}" srcOrd="0" destOrd="0" presId="urn:microsoft.com/office/officeart/2005/8/layout/process4"/>
    <dgm:cxn modelId="{8D168EAC-1887-4E5E-911F-26E23CE74E4F}" type="presParOf" srcId="{98390FAA-B50B-48C5-B85E-67BCC148C6EC}" destId="{A40440F8-F624-4533-86B6-FC8D4CB1E4B1}" srcOrd="1" destOrd="0" presId="urn:microsoft.com/office/officeart/2005/8/layout/process4"/>
    <dgm:cxn modelId="{37470039-86CE-4203-B5E6-A3E0E0587789}" type="presParOf" srcId="{52758B03-A716-4DF4-A185-FF0419C8BFCC}" destId="{A6614C49-3692-4A12-A6C5-83A24473A496}" srcOrd="1" destOrd="0" presId="urn:microsoft.com/office/officeart/2005/8/layout/process4"/>
    <dgm:cxn modelId="{BCB579EF-E541-43AC-AD28-3835E4CBBBBF}" type="presParOf" srcId="{52758B03-A716-4DF4-A185-FF0419C8BFCC}" destId="{2F9901C5-EC81-40B7-B71A-E087E163D2E5}" srcOrd="2" destOrd="0" presId="urn:microsoft.com/office/officeart/2005/8/layout/process4"/>
    <dgm:cxn modelId="{C7B0F021-F48B-44F4-9731-5A3D8135F1BE}" type="presParOf" srcId="{2F9901C5-EC81-40B7-B71A-E087E163D2E5}" destId="{283BBA55-41EE-42CB-B77D-2E1FA0DA631F}"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07C7474-B541-4CBD-93E0-EFB311C05B11}" type="doc">
      <dgm:prSet loTypeId="urn:microsoft.com/office/officeart/2018/2/layout/IconCircleList" loCatId="icon" qsTypeId="urn:microsoft.com/office/officeart/2005/8/quickstyle/simple1#7" qsCatId="simple" csTypeId="urn:microsoft.com/office/officeart/2005/8/colors/accent1_2#7" csCatId="accent1" phldr="1"/>
      <dgm:spPr/>
      <dgm:t>
        <a:bodyPr/>
        <a:lstStyle/>
        <a:p>
          <a:endParaRPr lang="en-US"/>
        </a:p>
      </dgm:t>
    </dgm:pt>
    <dgm:pt modelId="{DA7A4B0D-E075-42FF-B619-9B99C2A68668}">
      <dgm:prSet/>
      <dgm:spPr/>
      <dgm:t>
        <a:bodyPr/>
        <a:lstStyle/>
        <a:p>
          <a:pPr>
            <a:lnSpc>
              <a:spcPct val="100000"/>
            </a:lnSpc>
          </a:pPr>
          <a:r>
            <a:rPr lang="en-GB" dirty="0"/>
            <a:t>Easier to maintain. </a:t>
          </a:r>
          <a:endParaRPr lang="en-US" dirty="0"/>
        </a:p>
      </dgm:t>
    </dgm:pt>
    <dgm:pt modelId="{FF014427-6F54-4518-9AD4-B7497D283593}" type="parTrans" cxnId="{D112B36A-5956-458E-8C89-D1BC70A4D86C}">
      <dgm:prSet/>
      <dgm:spPr/>
      <dgm:t>
        <a:bodyPr/>
        <a:lstStyle/>
        <a:p>
          <a:endParaRPr lang="en-US"/>
        </a:p>
      </dgm:t>
    </dgm:pt>
    <dgm:pt modelId="{0278C922-8B74-41AE-823E-FBE181DD9562}" type="sibTrans" cxnId="{D112B36A-5956-458E-8C89-D1BC70A4D86C}">
      <dgm:prSet/>
      <dgm:spPr/>
      <dgm:t>
        <a:bodyPr/>
        <a:lstStyle/>
        <a:p>
          <a:pPr>
            <a:lnSpc>
              <a:spcPct val="100000"/>
            </a:lnSpc>
          </a:pPr>
          <a:endParaRPr lang="en-US"/>
        </a:p>
      </dgm:t>
    </dgm:pt>
    <dgm:pt modelId="{CD8B582A-E0AD-4781-86AA-F3F73947F0FE}">
      <dgm:prSet/>
      <dgm:spPr/>
      <dgm:t>
        <a:bodyPr/>
        <a:lstStyle/>
        <a:p>
          <a:pPr>
            <a:lnSpc>
              <a:spcPct val="100000"/>
            </a:lnSpc>
          </a:pPr>
          <a:r>
            <a:rPr lang="en-GB" dirty="0"/>
            <a:t>Easier to upgrade a modular system.</a:t>
          </a:r>
          <a:endParaRPr lang="en-US" dirty="0"/>
        </a:p>
      </dgm:t>
    </dgm:pt>
    <dgm:pt modelId="{CE360870-6727-4301-B74C-35994828269B}" type="parTrans" cxnId="{8C4DAB4C-B08F-4454-90F7-69133568B958}">
      <dgm:prSet/>
      <dgm:spPr/>
      <dgm:t>
        <a:bodyPr/>
        <a:lstStyle/>
        <a:p>
          <a:endParaRPr lang="en-US"/>
        </a:p>
      </dgm:t>
    </dgm:pt>
    <dgm:pt modelId="{2742F151-86E6-4E3B-BE7E-402C70E22BC0}" type="sibTrans" cxnId="{8C4DAB4C-B08F-4454-90F7-69133568B958}">
      <dgm:prSet/>
      <dgm:spPr/>
      <dgm:t>
        <a:bodyPr/>
        <a:lstStyle/>
        <a:p>
          <a:pPr>
            <a:lnSpc>
              <a:spcPct val="100000"/>
            </a:lnSpc>
          </a:pPr>
          <a:endParaRPr lang="en-US"/>
        </a:p>
      </dgm:t>
    </dgm:pt>
    <dgm:pt modelId="{8F027058-6B69-4684-8573-8993E8291ED6}">
      <dgm:prSet/>
      <dgm:spPr/>
      <dgm:t>
        <a:bodyPr/>
        <a:lstStyle/>
        <a:p>
          <a:pPr>
            <a:lnSpc>
              <a:spcPct val="100000"/>
            </a:lnSpc>
          </a:pPr>
          <a:r>
            <a:rPr lang="en-GB" dirty="0"/>
            <a:t>Easier to build a system that is reliable because modules can be tested more thoroughly in isolation.</a:t>
          </a:r>
          <a:endParaRPr lang="en-US" dirty="0"/>
        </a:p>
      </dgm:t>
    </dgm:pt>
    <dgm:pt modelId="{9A15E49D-E3AE-456C-872B-D88068ECE70C}" type="parTrans" cxnId="{8952CC09-E51C-41E1-8BAD-95F5C9B74E09}">
      <dgm:prSet/>
      <dgm:spPr/>
      <dgm:t>
        <a:bodyPr/>
        <a:lstStyle/>
        <a:p>
          <a:endParaRPr lang="en-US"/>
        </a:p>
      </dgm:t>
    </dgm:pt>
    <dgm:pt modelId="{0B6776A4-11A6-4EC0-8582-6E09B04C9B1B}" type="sibTrans" cxnId="{8952CC09-E51C-41E1-8BAD-95F5C9B74E09}">
      <dgm:prSet/>
      <dgm:spPr/>
      <dgm:t>
        <a:bodyPr/>
        <a:lstStyle/>
        <a:p>
          <a:pPr>
            <a:lnSpc>
              <a:spcPct val="100000"/>
            </a:lnSpc>
          </a:pPr>
          <a:endParaRPr lang="en-US"/>
        </a:p>
      </dgm:t>
    </dgm:pt>
    <dgm:pt modelId="{EE45C76C-191D-4535-9E20-071E29BCB89D}">
      <dgm:prSet/>
      <dgm:spPr/>
      <dgm:t>
        <a:bodyPr/>
        <a:lstStyle/>
        <a:p>
          <a:pPr>
            <a:lnSpc>
              <a:spcPct val="100000"/>
            </a:lnSpc>
          </a:pPr>
          <a:r>
            <a:rPr lang="en-GB" dirty="0"/>
            <a:t>Modules can be coded and tested concurrently, thus speeding up time-to-market.</a:t>
          </a:r>
          <a:endParaRPr lang="en-US" dirty="0"/>
        </a:p>
      </dgm:t>
    </dgm:pt>
    <dgm:pt modelId="{624DA57C-B6A7-4A21-810E-DAB3E35FE932}" type="parTrans" cxnId="{9C37422A-50C7-4958-8580-AAFAE004D3B8}">
      <dgm:prSet/>
      <dgm:spPr/>
      <dgm:t>
        <a:bodyPr/>
        <a:lstStyle/>
        <a:p>
          <a:endParaRPr lang="en-US"/>
        </a:p>
      </dgm:t>
    </dgm:pt>
    <dgm:pt modelId="{3879D23F-3C2F-434F-9683-60034779DED0}" type="sibTrans" cxnId="{9C37422A-50C7-4958-8580-AAFAE004D3B8}">
      <dgm:prSet/>
      <dgm:spPr/>
      <dgm:t>
        <a:bodyPr/>
        <a:lstStyle/>
        <a:p>
          <a:pPr>
            <a:lnSpc>
              <a:spcPct val="100000"/>
            </a:lnSpc>
          </a:pPr>
          <a:endParaRPr lang="en-US"/>
        </a:p>
      </dgm:t>
    </dgm:pt>
    <dgm:pt modelId="{7C365EC4-FE9C-402D-A972-2A8BDC6D17E9}">
      <dgm:prSet/>
      <dgm:spPr/>
      <dgm:t>
        <a:bodyPr/>
        <a:lstStyle/>
        <a:p>
          <a:pPr>
            <a:lnSpc>
              <a:spcPct val="100000"/>
            </a:lnSpc>
          </a:pPr>
          <a:r>
            <a:rPr lang="en-GB" dirty="0"/>
            <a:t>Team members only need to know other module interfaces, not how they works.</a:t>
          </a:r>
          <a:endParaRPr lang="en-US" dirty="0"/>
        </a:p>
      </dgm:t>
    </dgm:pt>
    <dgm:pt modelId="{7F8194CE-751B-428C-80FA-2DADFDD01F26}" type="parTrans" cxnId="{D6A84E1B-28D4-47D0-ADF0-0D0B631A83A9}">
      <dgm:prSet/>
      <dgm:spPr/>
      <dgm:t>
        <a:bodyPr/>
        <a:lstStyle/>
        <a:p>
          <a:endParaRPr lang="en-US"/>
        </a:p>
      </dgm:t>
    </dgm:pt>
    <dgm:pt modelId="{6ABEE45B-4209-445A-994F-1190AFDAE871}" type="sibTrans" cxnId="{D6A84E1B-28D4-47D0-ADF0-0D0B631A83A9}">
      <dgm:prSet/>
      <dgm:spPr/>
      <dgm:t>
        <a:bodyPr/>
        <a:lstStyle/>
        <a:p>
          <a:pPr>
            <a:lnSpc>
              <a:spcPct val="100000"/>
            </a:lnSpc>
          </a:pPr>
          <a:endParaRPr lang="en-US"/>
        </a:p>
      </dgm:t>
    </dgm:pt>
    <dgm:pt modelId="{4AC124F2-8D84-4422-9098-05D0EC6862ED}">
      <dgm:prSet/>
      <dgm:spPr/>
      <dgm:t>
        <a:bodyPr/>
        <a:lstStyle/>
        <a:p>
          <a:pPr>
            <a:lnSpc>
              <a:spcPct val="100000"/>
            </a:lnSpc>
          </a:pPr>
          <a:r>
            <a:rPr lang="en-GB" dirty="0"/>
            <a:t>Can reuse modules because of the property of documented interface(s).</a:t>
          </a:r>
          <a:endParaRPr lang="en-US" dirty="0"/>
        </a:p>
      </dgm:t>
    </dgm:pt>
    <dgm:pt modelId="{F03CD0AB-2C63-4813-ADD4-4D9AB7F42132}" type="parTrans" cxnId="{AE5E387E-B57A-4D4D-86AA-71A49ED36549}">
      <dgm:prSet/>
      <dgm:spPr/>
      <dgm:t>
        <a:bodyPr/>
        <a:lstStyle/>
        <a:p>
          <a:endParaRPr lang="en-US"/>
        </a:p>
      </dgm:t>
    </dgm:pt>
    <dgm:pt modelId="{C0AAB31E-47F1-40EC-8AAA-5E2274EB58C4}" type="sibTrans" cxnId="{AE5E387E-B57A-4D4D-86AA-71A49ED36549}">
      <dgm:prSet/>
      <dgm:spPr/>
      <dgm:t>
        <a:bodyPr/>
        <a:lstStyle/>
        <a:p>
          <a:endParaRPr lang="en-US"/>
        </a:p>
      </dgm:t>
    </dgm:pt>
    <dgm:pt modelId="{8A502C8F-BCCA-41EA-8B6F-B31594DCC43E}" type="pres">
      <dgm:prSet presAssocID="{707C7474-B541-4CBD-93E0-EFB311C05B11}" presName="root" presStyleCnt="0">
        <dgm:presLayoutVars>
          <dgm:dir/>
          <dgm:resizeHandles val="exact"/>
        </dgm:presLayoutVars>
      </dgm:prSet>
      <dgm:spPr/>
    </dgm:pt>
    <dgm:pt modelId="{37AF5E21-FA93-4B24-AFE2-13B7FD557372}" type="pres">
      <dgm:prSet presAssocID="{707C7474-B541-4CBD-93E0-EFB311C05B11}" presName="container" presStyleCnt="0">
        <dgm:presLayoutVars>
          <dgm:dir/>
          <dgm:resizeHandles val="exact"/>
        </dgm:presLayoutVars>
      </dgm:prSet>
      <dgm:spPr/>
    </dgm:pt>
    <dgm:pt modelId="{1ED43A98-74EA-4518-9850-0DD3CE794FCC}" type="pres">
      <dgm:prSet presAssocID="{DA7A4B0D-E075-42FF-B619-9B99C2A68668}" presName="compNode" presStyleCnt="0"/>
      <dgm:spPr/>
    </dgm:pt>
    <dgm:pt modelId="{2E625D15-9B0E-4BF3-B4C9-C6F9036E46F8}" type="pres">
      <dgm:prSet presAssocID="{DA7A4B0D-E075-42FF-B619-9B99C2A68668}" presName="iconBgRect" presStyleLbl="bgShp" presStyleIdx="0" presStyleCnt="6"/>
      <dgm:spPr/>
    </dgm:pt>
    <dgm:pt modelId="{06671159-C6B4-4CD5-BBA7-787BCD378ABF}" type="pres">
      <dgm:prSet presAssocID="{DA7A4B0D-E075-42FF-B619-9B99C2A68668}"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octor"/>
        </a:ext>
      </dgm:extLst>
    </dgm:pt>
    <dgm:pt modelId="{516BC4BC-20A7-4A6C-95DB-44834A2D61E6}" type="pres">
      <dgm:prSet presAssocID="{DA7A4B0D-E075-42FF-B619-9B99C2A68668}" presName="spaceRect" presStyleCnt="0"/>
      <dgm:spPr/>
    </dgm:pt>
    <dgm:pt modelId="{525D857C-E197-470C-AC24-CDA8C8A9C770}" type="pres">
      <dgm:prSet presAssocID="{DA7A4B0D-E075-42FF-B619-9B99C2A68668}" presName="textRect" presStyleLbl="revTx" presStyleIdx="0" presStyleCnt="6">
        <dgm:presLayoutVars>
          <dgm:chMax val="1"/>
          <dgm:chPref val="1"/>
        </dgm:presLayoutVars>
      </dgm:prSet>
      <dgm:spPr/>
    </dgm:pt>
    <dgm:pt modelId="{17FB30C2-1EF2-402D-80B9-FD9D29B3A75D}" type="pres">
      <dgm:prSet presAssocID="{0278C922-8B74-41AE-823E-FBE181DD9562}" presName="sibTrans" presStyleLbl="sibTrans2D1" presStyleIdx="0" presStyleCnt="0"/>
      <dgm:spPr/>
    </dgm:pt>
    <dgm:pt modelId="{76FF9840-C03A-47BC-9A19-605146881841}" type="pres">
      <dgm:prSet presAssocID="{CD8B582A-E0AD-4781-86AA-F3F73947F0FE}" presName="compNode" presStyleCnt="0"/>
      <dgm:spPr/>
    </dgm:pt>
    <dgm:pt modelId="{F202270F-925C-4772-B3A9-6E3A6D037DF2}" type="pres">
      <dgm:prSet presAssocID="{CD8B582A-E0AD-4781-86AA-F3F73947F0FE}" presName="iconBgRect" presStyleLbl="bgShp" presStyleIdx="1" presStyleCnt="6"/>
      <dgm:spPr/>
    </dgm:pt>
    <dgm:pt modelId="{5E89E598-6F79-4A39-A800-B21EAD61205E}" type="pres">
      <dgm:prSet presAssocID="{CD8B582A-E0AD-4781-86AA-F3F73947F0FE}"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eb Design"/>
        </a:ext>
      </dgm:extLst>
    </dgm:pt>
    <dgm:pt modelId="{20DD7029-9A8C-45AA-AAAB-FAE3B254B84B}" type="pres">
      <dgm:prSet presAssocID="{CD8B582A-E0AD-4781-86AA-F3F73947F0FE}" presName="spaceRect" presStyleCnt="0"/>
      <dgm:spPr/>
    </dgm:pt>
    <dgm:pt modelId="{23B6F95C-8B86-4F8C-9CDE-6190D3FD79F9}" type="pres">
      <dgm:prSet presAssocID="{CD8B582A-E0AD-4781-86AA-F3F73947F0FE}" presName="textRect" presStyleLbl="revTx" presStyleIdx="1" presStyleCnt="6">
        <dgm:presLayoutVars>
          <dgm:chMax val="1"/>
          <dgm:chPref val="1"/>
        </dgm:presLayoutVars>
      </dgm:prSet>
      <dgm:spPr/>
    </dgm:pt>
    <dgm:pt modelId="{672BDDFE-480F-4CD1-AC4E-E0297B6CF0CB}" type="pres">
      <dgm:prSet presAssocID="{2742F151-86E6-4E3B-BE7E-402C70E22BC0}" presName="sibTrans" presStyleLbl="sibTrans2D1" presStyleIdx="0" presStyleCnt="0"/>
      <dgm:spPr/>
    </dgm:pt>
    <dgm:pt modelId="{1BE7F2A8-FDD1-4CFC-9F46-D3623661A021}" type="pres">
      <dgm:prSet presAssocID="{8F027058-6B69-4684-8573-8993E8291ED6}" presName="compNode" presStyleCnt="0"/>
      <dgm:spPr/>
    </dgm:pt>
    <dgm:pt modelId="{1FEF471F-68A6-4497-A245-E2523107CAFE}" type="pres">
      <dgm:prSet presAssocID="{8F027058-6B69-4684-8573-8993E8291ED6}" presName="iconBgRect" presStyleLbl="bgShp" presStyleIdx="2" presStyleCnt="6"/>
      <dgm:spPr/>
    </dgm:pt>
    <dgm:pt modelId="{F304C629-6F37-40AB-B4F6-377FB5D6F29E}" type="pres">
      <dgm:prSet presAssocID="{8F027058-6B69-4684-8573-8993E8291ED6}"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rocessor"/>
        </a:ext>
      </dgm:extLst>
    </dgm:pt>
    <dgm:pt modelId="{C61524AF-C6A3-4B46-AA2B-35C411F214E0}" type="pres">
      <dgm:prSet presAssocID="{8F027058-6B69-4684-8573-8993E8291ED6}" presName="spaceRect" presStyleCnt="0"/>
      <dgm:spPr/>
    </dgm:pt>
    <dgm:pt modelId="{FD90B309-5B5F-4FE7-A96B-C31A8811BEFA}" type="pres">
      <dgm:prSet presAssocID="{8F027058-6B69-4684-8573-8993E8291ED6}" presName="textRect" presStyleLbl="revTx" presStyleIdx="2" presStyleCnt="6">
        <dgm:presLayoutVars>
          <dgm:chMax val="1"/>
          <dgm:chPref val="1"/>
        </dgm:presLayoutVars>
      </dgm:prSet>
      <dgm:spPr/>
    </dgm:pt>
    <dgm:pt modelId="{177585E0-79D6-42B2-A76C-91C59F851EC4}" type="pres">
      <dgm:prSet presAssocID="{0B6776A4-11A6-4EC0-8582-6E09B04C9B1B}" presName="sibTrans" presStyleLbl="sibTrans2D1" presStyleIdx="0" presStyleCnt="0"/>
      <dgm:spPr/>
    </dgm:pt>
    <dgm:pt modelId="{22C956DD-FC0B-47CA-AF28-07676E0DC7F2}" type="pres">
      <dgm:prSet presAssocID="{EE45C76C-191D-4535-9E20-071E29BCB89D}" presName="compNode" presStyleCnt="0"/>
      <dgm:spPr/>
    </dgm:pt>
    <dgm:pt modelId="{E74BC2C4-0035-4BC9-B5D0-4D688A08F697}" type="pres">
      <dgm:prSet presAssocID="{EE45C76C-191D-4535-9E20-071E29BCB89D}" presName="iconBgRect" presStyleLbl="bgShp" presStyleIdx="3" presStyleCnt="6"/>
      <dgm:spPr/>
    </dgm:pt>
    <dgm:pt modelId="{3917BB55-65CB-4D2E-BF57-43B33B179A97}" type="pres">
      <dgm:prSet presAssocID="{EE45C76C-191D-4535-9E20-071E29BCB89D}"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A18C9608-577D-425E-A1E3-46CD74FBA1B9}" type="pres">
      <dgm:prSet presAssocID="{EE45C76C-191D-4535-9E20-071E29BCB89D}" presName="spaceRect" presStyleCnt="0"/>
      <dgm:spPr/>
    </dgm:pt>
    <dgm:pt modelId="{FF0D17D3-91C8-4355-81AE-00189A64D641}" type="pres">
      <dgm:prSet presAssocID="{EE45C76C-191D-4535-9E20-071E29BCB89D}" presName="textRect" presStyleLbl="revTx" presStyleIdx="3" presStyleCnt="6">
        <dgm:presLayoutVars>
          <dgm:chMax val="1"/>
          <dgm:chPref val="1"/>
        </dgm:presLayoutVars>
      </dgm:prSet>
      <dgm:spPr/>
    </dgm:pt>
    <dgm:pt modelId="{AFB32C95-2DDD-4CB1-9CD1-3F7873B51073}" type="pres">
      <dgm:prSet presAssocID="{3879D23F-3C2F-434F-9683-60034779DED0}" presName="sibTrans" presStyleLbl="sibTrans2D1" presStyleIdx="0" presStyleCnt="0"/>
      <dgm:spPr/>
    </dgm:pt>
    <dgm:pt modelId="{1002BE05-129A-44A1-9358-94C1EC79E413}" type="pres">
      <dgm:prSet presAssocID="{7C365EC4-FE9C-402D-A972-2A8BDC6D17E9}" presName="compNode" presStyleCnt="0"/>
      <dgm:spPr/>
    </dgm:pt>
    <dgm:pt modelId="{EAA5D360-7BA1-4E11-B1AC-1BBEC1DC8FFC}" type="pres">
      <dgm:prSet presAssocID="{7C365EC4-FE9C-402D-A972-2A8BDC6D17E9}" presName="iconBgRect" presStyleLbl="bgShp" presStyleIdx="4" presStyleCnt="6"/>
      <dgm:spPr/>
    </dgm:pt>
    <dgm:pt modelId="{90A29A6E-303B-42F6-A154-4E5E599C0F6D}" type="pres">
      <dgm:prSet presAssocID="{7C365EC4-FE9C-402D-A972-2A8BDC6D17E9}"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Group of People"/>
        </a:ext>
      </dgm:extLst>
    </dgm:pt>
    <dgm:pt modelId="{46DA728B-B62D-4BEC-AB28-E14F2734371C}" type="pres">
      <dgm:prSet presAssocID="{7C365EC4-FE9C-402D-A972-2A8BDC6D17E9}" presName="spaceRect" presStyleCnt="0"/>
      <dgm:spPr/>
    </dgm:pt>
    <dgm:pt modelId="{6418C09E-5450-404A-877E-6D798B4FABEF}" type="pres">
      <dgm:prSet presAssocID="{7C365EC4-FE9C-402D-A972-2A8BDC6D17E9}" presName="textRect" presStyleLbl="revTx" presStyleIdx="4" presStyleCnt="6">
        <dgm:presLayoutVars>
          <dgm:chMax val="1"/>
          <dgm:chPref val="1"/>
        </dgm:presLayoutVars>
      </dgm:prSet>
      <dgm:spPr/>
    </dgm:pt>
    <dgm:pt modelId="{68A87D34-C74D-4075-AC7E-CFE9810621EA}" type="pres">
      <dgm:prSet presAssocID="{6ABEE45B-4209-445A-994F-1190AFDAE871}" presName="sibTrans" presStyleLbl="sibTrans2D1" presStyleIdx="0" presStyleCnt="0"/>
      <dgm:spPr/>
    </dgm:pt>
    <dgm:pt modelId="{C2F23157-93D3-4E41-B363-C429F0446CB3}" type="pres">
      <dgm:prSet presAssocID="{4AC124F2-8D84-4422-9098-05D0EC6862ED}" presName="compNode" presStyleCnt="0"/>
      <dgm:spPr/>
    </dgm:pt>
    <dgm:pt modelId="{8824345A-0ACF-457B-953D-135183F67D83}" type="pres">
      <dgm:prSet presAssocID="{4AC124F2-8D84-4422-9098-05D0EC6862ED}" presName="iconBgRect" presStyleLbl="bgShp" presStyleIdx="5" presStyleCnt="6"/>
      <dgm:spPr/>
    </dgm:pt>
    <dgm:pt modelId="{F2AF2124-5730-4A20-9090-F52E84AE5131}" type="pres">
      <dgm:prSet presAssocID="{4AC124F2-8D84-4422-9098-05D0EC6862ED}"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lowchart"/>
        </a:ext>
      </dgm:extLst>
    </dgm:pt>
    <dgm:pt modelId="{78331652-A192-4C6B-8C79-D7843386D597}" type="pres">
      <dgm:prSet presAssocID="{4AC124F2-8D84-4422-9098-05D0EC6862ED}" presName="spaceRect" presStyleCnt="0"/>
      <dgm:spPr/>
    </dgm:pt>
    <dgm:pt modelId="{0F3AB502-94B2-4664-ACFF-E43A20311FAD}" type="pres">
      <dgm:prSet presAssocID="{4AC124F2-8D84-4422-9098-05D0EC6862ED}" presName="textRect" presStyleLbl="revTx" presStyleIdx="5" presStyleCnt="6">
        <dgm:presLayoutVars>
          <dgm:chMax val="1"/>
          <dgm:chPref val="1"/>
        </dgm:presLayoutVars>
      </dgm:prSet>
      <dgm:spPr/>
    </dgm:pt>
  </dgm:ptLst>
  <dgm:cxnLst>
    <dgm:cxn modelId="{8952CC09-E51C-41E1-8BAD-95F5C9B74E09}" srcId="{707C7474-B541-4CBD-93E0-EFB311C05B11}" destId="{8F027058-6B69-4684-8573-8993E8291ED6}" srcOrd="2" destOrd="0" parTransId="{9A15E49D-E3AE-456C-872B-D88068ECE70C}" sibTransId="{0B6776A4-11A6-4EC0-8582-6E09B04C9B1B}"/>
    <dgm:cxn modelId="{D6A84E1B-28D4-47D0-ADF0-0D0B631A83A9}" srcId="{707C7474-B541-4CBD-93E0-EFB311C05B11}" destId="{7C365EC4-FE9C-402D-A972-2A8BDC6D17E9}" srcOrd="4" destOrd="0" parTransId="{7F8194CE-751B-428C-80FA-2DADFDD01F26}" sibTransId="{6ABEE45B-4209-445A-994F-1190AFDAE871}"/>
    <dgm:cxn modelId="{9C37422A-50C7-4958-8580-AAFAE004D3B8}" srcId="{707C7474-B541-4CBD-93E0-EFB311C05B11}" destId="{EE45C76C-191D-4535-9E20-071E29BCB89D}" srcOrd="3" destOrd="0" parTransId="{624DA57C-B6A7-4A21-810E-DAB3E35FE932}" sibTransId="{3879D23F-3C2F-434F-9683-60034779DED0}"/>
    <dgm:cxn modelId="{4A35A72A-3909-4640-BFAF-0E4DA13AA450}" type="presOf" srcId="{CD8B582A-E0AD-4781-86AA-F3F73947F0FE}" destId="{23B6F95C-8B86-4F8C-9CDE-6190D3FD79F9}" srcOrd="0" destOrd="0" presId="urn:microsoft.com/office/officeart/2018/2/layout/IconCircleList"/>
    <dgm:cxn modelId="{8CA84E2B-2164-417F-838A-2C4B9AA0A600}" type="presOf" srcId="{3879D23F-3C2F-434F-9683-60034779DED0}" destId="{AFB32C95-2DDD-4CB1-9CD1-3F7873B51073}" srcOrd="0" destOrd="0" presId="urn:microsoft.com/office/officeart/2018/2/layout/IconCircleList"/>
    <dgm:cxn modelId="{E2139961-80AA-44BA-9374-D2D567FF6CD2}" type="presOf" srcId="{0B6776A4-11A6-4EC0-8582-6E09B04C9B1B}" destId="{177585E0-79D6-42B2-A76C-91C59F851EC4}" srcOrd="0" destOrd="0" presId="urn:microsoft.com/office/officeart/2018/2/layout/IconCircleList"/>
    <dgm:cxn modelId="{8EBF3944-E64E-41BA-A0E7-A0DCE8B37A45}" type="presOf" srcId="{7C365EC4-FE9C-402D-A972-2A8BDC6D17E9}" destId="{6418C09E-5450-404A-877E-6D798B4FABEF}" srcOrd="0" destOrd="0" presId="urn:microsoft.com/office/officeart/2018/2/layout/IconCircleList"/>
    <dgm:cxn modelId="{1016F447-A4FD-44E2-9DB0-8883B5C91869}" type="presOf" srcId="{0278C922-8B74-41AE-823E-FBE181DD9562}" destId="{17FB30C2-1EF2-402D-80B9-FD9D29B3A75D}" srcOrd="0" destOrd="0" presId="urn:microsoft.com/office/officeart/2018/2/layout/IconCircleList"/>
    <dgm:cxn modelId="{D112B36A-5956-458E-8C89-D1BC70A4D86C}" srcId="{707C7474-B541-4CBD-93E0-EFB311C05B11}" destId="{DA7A4B0D-E075-42FF-B619-9B99C2A68668}" srcOrd="0" destOrd="0" parTransId="{FF014427-6F54-4518-9AD4-B7497D283593}" sibTransId="{0278C922-8B74-41AE-823E-FBE181DD9562}"/>
    <dgm:cxn modelId="{8C4DAB4C-B08F-4454-90F7-69133568B958}" srcId="{707C7474-B541-4CBD-93E0-EFB311C05B11}" destId="{CD8B582A-E0AD-4781-86AA-F3F73947F0FE}" srcOrd="1" destOrd="0" parTransId="{CE360870-6727-4301-B74C-35994828269B}" sibTransId="{2742F151-86E6-4E3B-BE7E-402C70E22BC0}"/>
    <dgm:cxn modelId="{AE5E387E-B57A-4D4D-86AA-71A49ED36549}" srcId="{707C7474-B541-4CBD-93E0-EFB311C05B11}" destId="{4AC124F2-8D84-4422-9098-05D0EC6862ED}" srcOrd="5" destOrd="0" parTransId="{F03CD0AB-2C63-4813-ADD4-4D9AB7F42132}" sibTransId="{C0AAB31E-47F1-40EC-8AAA-5E2274EB58C4}"/>
    <dgm:cxn modelId="{42AF607E-271D-4611-A0CE-7AC9F79D82A6}" type="presOf" srcId="{6ABEE45B-4209-445A-994F-1190AFDAE871}" destId="{68A87D34-C74D-4075-AC7E-CFE9810621EA}" srcOrd="0" destOrd="0" presId="urn:microsoft.com/office/officeart/2018/2/layout/IconCircleList"/>
    <dgm:cxn modelId="{14489E8D-1AE5-4A27-A7D6-B6B69DAB6C55}" type="presOf" srcId="{DA7A4B0D-E075-42FF-B619-9B99C2A68668}" destId="{525D857C-E197-470C-AC24-CDA8C8A9C770}" srcOrd="0" destOrd="0" presId="urn:microsoft.com/office/officeart/2018/2/layout/IconCircleList"/>
    <dgm:cxn modelId="{A1F83E93-C5CE-44DF-A1F5-CCAD66F72EC0}" type="presOf" srcId="{707C7474-B541-4CBD-93E0-EFB311C05B11}" destId="{8A502C8F-BCCA-41EA-8B6F-B31594DCC43E}" srcOrd="0" destOrd="0" presId="urn:microsoft.com/office/officeart/2018/2/layout/IconCircleList"/>
    <dgm:cxn modelId="{17F3CDA3-0B59-49C7-80C6-DE0414933986}" type="presOf" srcId="{8F027058-6B69-4684-8573-8993E8291ED6}" destId="{FD90B309-5B5F-4FE7-A96B-C31A8811BEFA}" srcOrd="0" destOrd="0" presId="urn:microsoft.com/office/officeart/2018/2/layout/IconCircleList"/>
    <dgm:cxn modelId="{201796AE-038C-4E31-A117-D75F63F899FB}" type="presOf" srcId="{EE45C76C-191D-4535-9E20-071E29BCB89D}" destId="{FF0D17D3-91C8-4355-81AE-00189A64D641}" srcOrd="0" destOrd="0" presId="urn:microsoft.com/office/officeart/2018/2/layout/IconCircleList"/>
    <dgm:cxn modelId="{6DA391CD-941C-4B30-9522-D447D80DD665}" type="presOf" srcId="{2742F151-86E6-4E3B-BE7E-402C70E22BC0}" destId="{672BDDFE-480F-4CD1-AC4E-E0297B6CF0CB}" srcOrd="0" destOrd="0" presId="urn:microsoft.com/office/officeart/2018/2/layout/IconCircleList"/>
    <dgm:cxn modelId="{206431D1-0147-4A72-B29D-21ED7D5FC43C}" type="presOf" srcId="{4AC124F2-8D84-4422-9098-05D0EC6862ED}" destId="{0F3AB502-94B2-4664-ACFF-E43A20311FAD}" srcOrd="0" destOrd="0" presId="urn:microsoft.com/office/officeart/2018/2/layout/IconCircleList"/>
    <dgm:cxn modelId="{1911221D-B096-4998-A7E2-B3E06C8B8C82}" type="presParOf" srcId="{8A502C8F-BCCA-41EA-8B6F-B31594DCC43E}" destId="{37AF5E21-FA93-4B24-AFE2-13B7FD557372}" srcOrd="0" destOrd="0" presId="urn:microsoft.com/office/officeart/2018/2/layout/IconCircleList"/>
    <dgm:cxn modelId="{AA6145A7-66E8-4AFA-841F-A906DE2BAD71}" type="presParOf" srcId="{37AF5E21-FA93-4B24-AFE2-13B7FD557372}" destId="{1ED43A98-74EA-4518-9850-0DD3CE794FCC}" srcOrd="0" destOrd="0" presId="urn:microsoft.com/office/officeart/2018/2/layout/IconCircleList"/>
    <dgm:cxn modelId="{0F30E240-8181-406F-99E4-46439A01FAC4}" type="presParOf" srcId="{1ED43A98-74EA-4518-9850-0DD3CE794FCC}" destId="{2E625D15-9B0E-4BF3-B4C9-C6F9036E46F8}" srcOrd="0" destOrd="0" presId="urn:microsoft.com/office/officeart/2018/2/layout/IconCircleList"/>
    <dgm:cxn modelId="{8FFD8747-6D66-4FAC-87F9-0DE12EFE00AD}" type="presParOf" srcId="{1ED43A98-74EA-4518-9850-0DD3CE794FCC}" destId="{06671159-C6B4-4CD5-BBA7-787BCD378ABF}" srcOrd="1" destOrd="0" presId="urn:microsoft.com/office/officeart/2018/2/layout/IconCircleList"/>
    <dgm:cxn modelId="{4F8C4B5A-5387-43BE-9C14-A0E52ADE8BC0}" type="presParOf" srcId="{1ED43A98-74EA-4518-9850-0DD3CE794FCC}" destId="{516BC4BC-20A7-4A6C-95DB-44834A2D61E6}" srcOrd="2" destOrd="0" presId="urn:microsoft.com/office/officeart/2018/2/layout/IconCircleList"/>
    <dgm:cxn modelId="{8581975D-9237-4990-B11C-06BAC4509BE2}" type="presParOf" srcId="{1ED43A98-74EA-4518-9850-0DD3CE794FCC}" destId="{525D857C-E197-470C-AC24-CDA8C8A9C770}" srcOrd="3" destOrd="0" presId="urn:microsoft.com/office/officeart/2018/2/layout/IconCircleList"/>
    <dgm:cxn modelId="{FA15F63D-0FE5-41D2-A98B-ECD28BD69013}" type="presParOf" srcId="{37AF5E21-FA93-4B24-AFE2-13B7FD557372}" destId="{17FB30C2-1EF2-402D-80B9-FD9D29B3A75D}" srcOrd="1" destOrd="0" presId="urn:microsoft.com/office/officeart/2018/2/layout/IconCircleList"/>
    <dgm:cxn modelId="{13700E36-AA86-4EF0-A6FD-6D244B1F2084}" type="presParOf" srcId="{37AF5E21-FA93-4B24-AFE2-13B7FD557372}" destId="{76FF9840-C03A-47BC-9A19-605146881841}" srcOrd="2" destOrd="0" presId="urn:microsoft.com/office/officeart/2018/2/layout/IconCircleList"/>
    <dgm:cxn modelId="{4DCC4ABC-E203-4BBA-822D-87B6BA86B1B4}" type="presParOf" srcId="{76FF9840-C03A-47BC-9A19-605146881841}" destId="{F202270F-925C-4772-B3A9-6E3A6D037DF2}" srcOrd="0" destOrd="0" presId="urn:microsoft.com/office/officeart/2018/2/layout/IconCircleList"/>
    <dgm:cxn modelId="{44DAC651-43E6-4FE0-BBB7-FEE1F8DB70EA}" type="presParOf" srcId="{76FF9840-C03A-47BC-9A19-605146881841}" destId="{5E89E598-6F79-4A39-A800-B21EAD61205E}" srcOrd="1" destOrd="0" presId="urn:microsoft.com/office/officeart/2018/2/layout/IconCircleList"/>
    <dgm:cxn modelId="{AB443453-E398-4FA7-A4FF-E74892BBBE91}" type="presParOf" srcId="{76FF9840-C03A-47BC-9A19-605146881841}" destId="{20DD7029-9A8C-45AA-AAAB-FAE3B254B84B}" srcOrd="2" destOrd="0" presId="urn:microsoft.com/office/officeart/2018/2/layout/IconCircleList"/>
    <dgm:cxn modelId="{2B24E255-0EFB-4305-B524-F0351257B72D}" type="presParOf" srcId="{76FF9840-C03A-47BC-9A19-605146881841}" destId="{23B6F95C-8B86-4F8C-9CDE-6190D3FD79F9}" srcOrd="3" destOrd="0" presId="urn:microsoft.com/office/officeart/2018/2/layout/IconCircleList"/>
    <dgm:cxn modelId="{DAF21B17-37FB-44DF-8D7C-3454F9CCA4E0}" type="presParOf" srcId="{37AF5E21-FA93-4B24-AFE2-13B7FD557372}" destId="{672BDDFE-480F-4CD1-AC4E-E0297B6CF0CB}" srcOrd="3" destOrd="0" presId="urn:microsoft.com/office/officeart/2018/2/layout/IconCircleList"/>
    <dgm:cxn modelId="{38FC2DCB-66C5-4137-AC48-34F84B040EF9}" type="presParOf" srcId="{37AF5E21-FA93-4B24-AFE2-13B7FD557372}" destId="{1BE7F2A8-FDD1-4CFC-9F46-D3623661A021}" srcOrd="4" destOrd="0" presId="urn:microsoft.com/office/officeart/2018/2/layout/IconCircleList"/>
    <dgm:cxn modelId="{0E622A46-86EB-4AEA-AFC0-75EE1680C9A4}" type="presParOf" srcId="{1BE7F2A8-FDD1-4CFC-9F46-D3623661A021}" destId="{1FEF471F-68A6-4497-A245-E2523107CAFE}" srcOrd="0" destOrd="0" presId="urn:microsoft.com/office/officeart/2018/2/layout/IconCircleList"/>
    <dgm:cxn modelId="{464B8968-00E8-4884-9EF7-9C5DC23A61E1}" type="presParOf" srcId="{1BE7F2A8-FDD1-4CFC-9F46-D3623661A021}" destId="{F304C629-6F37-40AB-B4F6-377FB5D6F29E}" srcOrd="1" destOrd="0" presId="urn:microsoft.com/office/officeart/2018/2/layout/IconCircleList"/>
    <dgm:cxn modelId="{0DC94275-123C-472A-A3DE-048DBBDFB570}" type="presParOf" srcId="{1BE7F2A8-FDD1-4CFC-9F46-D3623661A021}" destId="{C61524AF-C6A3-4B46-AA2B-35C411F214E0}" srcOrd="2" destOrd="0" presId="urn:microsoft.com/office/officeart/2018/2/layout/IconCircleList"/>
    <dgm:cxn modelId="{B5A54F78-8CDB-4019-BEF0-973D528C0B6F}" type="presParOf" srcId="{1BE7F2A8-FDD1-4CFC-9F46-D3623661A021}" destId="{FD90B309-5B5F-4FE7-A96B-C31A8811BEFA}" srcOrd="3" destOrd="0" presId="urn:microsoft.com/office/officeart/2018/2/layout/IconCircleList"/>
    <dgm:cxn modelId="{395592DE-C1DA-4549-AF6D-F82AC036B6B1}" type="presParOf" srcId="{37AF5E21-FA93-4B24-AFE2-13B7FD557372}" destId="{177585E0-79D6-42B2-A76C-91C59F851EC4}" srcOrd="5" destOrd="0" presId="urn:microsoft.com/office/officeart/2018/2/layout/IconCircleList"/>
    <dgm:cxn modelId="{8644CAAF-FE36-4A28-8389-65D885E6A431}" type="presParOf" srcId="{37AF5E21-FA93-4B24-AFE2-13B7FD557372}" destId="{22C956DD-FC0B-47CA-AF28-07676E0DC7F2}" srcOrd="6" destOrd="0" presId="urn:microsoft.com/office/officeart/2018/2/layout/IconCircleList"/>
    <dgm:cxn modelId="{553CB9E6-8175-4C97-B5DE-BC64D8DCE2BE}" type="presParOf" srcId="{22C956DD-FC0B-47CA-AF28-07676E0DC7F2}" destId="{E74BC2C4-0035-4BC9-B5D0-4D688A08F697}" srcOrd="0" destOrd="0" presId="urn:microsoft.com/office/officeart/2018/2/layout/IconCircleList"/>
    <dgm:cxn modelId="{64889F90-9FE9-4776-9F11-BD39080C783A}" type="presParOf" srcId="{22C956DD-FC0B-47CA-AF28-07676E0DC7F2}" destId="{3917BB55-65CB-4D2E-BF57-43B33B179A97}" srcOrd="1" destOrd="0" presId="urn:microsoft.com/office/officeart/2018/2/layout/IconCircleList"/>
    <dgm:cxn modelId="{4EA270B1-1B17-47C7-953A-C04B965B3491}" type="presParOf" srcId="{22C956DD-FC0B-47CA-AF28-07676E0DC7F2}" destId="{A18C9608-577D-425E-A1E3-46CD74FBA1B9}" srcOrd="2" destOrd="0" presId="urn:microsoft.com/office/officeart/2018/2/layout/IconCircleList"/>
    <dgm:cxn modelId="{DD7AC9AC-EA80-4CF4-BE38-4C734A7CCF68}" type="presParOf" srcId="{22C956DD-FC0B-47CA-AF28-07676E0DC7F2}" destId="{FF0D17D3-91C8-4355-81AE-00189A64D641}" srcOrd="3" destOrd="0" presId="urn:microsoft.com/office/officeart/2018/2/layout/IconCircleList"/>
    <dgm:cxn modelId="{F684B87E-F153-4C55-B22B-81E9E1915043}" type="presParOf" srcId="{37AF5E21-FA93-4B24-AFE2-13B7FD557372}" destId="{AFB32C95-2DDD-4CB1-9CD1-3F7873B51073}" srcOrd="7" destOrd="0" presId="urn:microsoft.com/office/officeart/2018/2/layout/IconCircleList"/>
    <dgm:cxn modelId="{6417C250-7ED9-4EED-A1B3-AF488992A66A}" type="presParOf" srcId="{37AF5E21-FA93-4B24-AFE2-13B7FD557372}" destId="{1002BE05-129A-44A1-9358-94C1EC79E413}" srcOrd="8" destOrd="0" presId="urn:microsoft.com/office/officeart/2018/2/layout/IconCircleList"/>
    <dgm:cxn modelId="{510961E9-4446-4405-87E0-D3C6128CCE3B}" type="presParOf" srcId="{1002BE05-129A-44A1-9358-94C1EC79E413}" destId="{EAA5D360-7BA1-4E11-B1AC-1BBEC1DC8FFC}" srcOrd="0" destOrd="0" presId="urn:microsoft.com/office/officeart/2018/2/layout/IconCircleList"/>
    <dgm:cxn modelId="{5CF093B3-88F4-4150-9038-6F387CBB8F1B}" type="presParOf" srcId="{1002BE05-129A-44A1-9358-94C1EC79E413}" destId="{90A29A6E-303B-42F6-A154-4E5E599C0F6D}" srcOrd="1" destOrd="0" presId="urn:microsoft.com/office/officeart/2018/2/layout/IconCircleList"/>
    <dgm:cxn modelId="{A13BA7FE-AC9B-4E0C-8CD5-4D77FB4E3ECC}" type="presParOf" srcId="{1002BE05-129A-44A1-9358-94C1EC79E413}" destId="{46DA728B-B62D-4BEC-AB28-E14F2734371C}" srcOrd="2" destOrd="0" presId="urn:microsoft.com/office/officeart/2018/2/layout/IconCircleList"/>
    <dgm:cxn modelId="{FD132AE3-BBC7-464C-9929-F4CB95380D7E}" type="presParOf" srcId="{1002BE05-129A-44A1-9358-94C1EC79E413}" destId="{6418C09E-5450-404A-877E-6D798B4FABEF}" srcOrd="3" destOrd="0" presId="urn:microsoft.com/office/officeart/2018/2/layout/IconCircleList"/>
    <dgm:cxn modelId="{45DECBD7-BE3E-46EB-9A74-BD20773DFF5A}" type="presParOf" srcId="{37AF5E21-FA93-4B24-AFE2-13B7FD557372}" destId="{68A87D34-C74D-4075-AC7E-CFE9810621EA}" srcOrd="9" destOrd="0" presId="urn:microsoft.com/office/officeart/2018/2/layout/IconCircleList"/>
    <dgm:cxn modelId="{545A3C56-B3AC-4092-ABF8-182A078C4D79}" type="presParOf" srcId="{37AF5E21-FA93-4B24-AFE2-13B7FD557372}" destId="{C2F23157-93D3-4E41-B363-C429F0446CB3}" srcOrd="10" destOrd="0" presId="urn:microsoft.com/office/officeart/2018/2/layout/IconCircleList"/>
    <dgm:cxn modelId="{05856D42-1EBF-4555-A4D9-A199C5AD31B3}" type="presParOf" srcId="{C2F23157-93D3-4E41-B363-C429F0446CB3}" destId="{8824345A-0ACF-457B-953D-135183F67D83}" srcOrd="0" destOrd="0" presId="urn:microsoft.com/office/officeart/2018/2/layout/IconCircleList"/>
    <dgm:cxn modelId="{2839AF9C-1BB1-47B9-98B6-0B12768DED85}" type="presParOf" srcId="{C2F23157-93D3-4E41-B363-C429F0446CB3}" destId="{F2AF2124-5730-4A20-9090-F52E84AE5131}" srcOrd="1" destOrd="0" presId="urn:microsoft.com/office/officeart/2018/2/layout/IconCircleList"/>
    <dgm:cxn modelId="{0AF04276-CCAB-4A5D-A788-B142BA67B2E0}" type="presParOf" srcId="{C2F23157-93D3-4E41-B363-C429F0446CB3}" destId="{78331652-A192-4C6B-8C79-D7843386D597}" srcOrd="2" destOrd="0" presId="urn:microsoft.com/office/officeart/2018/2/layout/IconCircleList"/>
    <dgm:cxn modelId="{4174056A-D567-4D7A-A6AA-BDF06E72B641}" type="presParOf" srcId="{C2F23157-93D3-4E41-B363-C429F0446CB3}" destId="{0F3AB502-94B2-4664-ACFF-E43A20311FA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A8E720-550C-4ECB-BB6D-0AED0538076E}">
      <dsp:nvSpPr>
        <dsp:cNvPr id="0" name=""/>
        <dsp:cNvSpPr/>
      </dsp:nvSpPr>
      <dsp:spPr>
        <a:xfrm>
          <a:off x="1492" y="424968"/>
          <a:ext cx="1715876" cy="85793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IE" sz="1700" kern="1200" dirty="0"/>
            <a:t>UML usage is not very popular anymore.</a:t>
          </a:r>
          <a:endParaRPr lang="en-US" sz="1700" kern="1200" dirty="0"/>
        </a:p>
      </dsp:txBody>
      <dsp:txXfrm>
        <a:off x="26620" y="450096"/>
        <a:ext cx="1665620" cy="807682"/>
      </dsp:txXfrm>
    </dsp:sp>
    <dsp:sp modelId="{0C92AE37-1824-40DD-BB06-8BF8455AEC1E}">
      <dsp:nvSpPr>
        <dsp:cNvPr id="0" name=""/>
        <dsp:cNvSpPr/>
      </dsp:nvSpPr>
      <dsp:spPr>
        <a:xfrm>
          <a:off x="173080" y="1282906"/>
          <a:ext cx="171587" cy="643453"/>
        </a:xfrm>
        <a:custGeom>
          <a:avLst/>
          <a:gdLst/>
          <a:ahLst/>
          <a:cxnLst/>
          <a:rect l="0" t="0" r="0" b="0"/>
          <a:pathLst>
            <a:path>
              <a:moveTo>
                <a:pt x="0" y="0"/>
              </a:moveTo>
              <a:lnTo>
                <a:pt x="0" y="643453"/>
              </a:lnTo>
              <a:lnTo>
                <a:pt x="171587" y="643453"/>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8691C7E-F6EB-48F0-93D4-BA1332E00D2C}">
      <dsp:nvSpPr>
        <dsp:cNvPr id="0" name=""/>
        <dsp:cNvSpPr/>
      </dsp:nvSpPr>
      <dsp:spPr>
        <a:xfrm>
          <a:off x="344668" y="1497391"/>
          <a:ext cx="1372701" cy="857938"/>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IE" sz="900" kern="1200"/>
            <a:t>Petre, Marian (2013). UML in practice. In: </a:t>
          </a:r>
          <a:r>
            <a:rPr lang="en-IE" sz="900" i="1" kern="1200"/>
            <a:t>35th International Conference on Software Engineering (ICSE 2013)</a:t>
          </a:r>
          <a:r>
            <a:rPr lang="en-IE" sz="900" kern="1200"/>
            <a:t>, pages 722-731.</a:t>
          </a:r>
          <a:endParaRPr lang="en-US" sz="900" kern="1200"/>
        </a:p>
      </dsp:txBody>
      <dsp:txXfrm>
        <a:off x="369796" y="1522519"/>
        <a:ext cx="1322445" cy="807682"/>
      </dsp:txXfrm>
    </dsp:sp>
    <dsp:sp modelId="{7538D0E1-C697-40B7-826E-16F08777E6CB}">
      <dsp:nvSpPr>
        <dsp:cNvPr id="0" name=""/>
        <dsp:cNvSpPr/>
      </dsp:nvSpPr>
      <dsp:spPr>
        <a:xfrm>
          <a:off x="2146338" y="424968"/>
          <a:ext cx="1715876" cy="85793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IE" sz="1700" kern="1200"/>
            <a:t>Why </a:t>
          </a:r>
          <a:r>
            <a:rPr lang="en-IE" sz="1700" kern="1200">
              <a:sym typeface="Wingdings" panose="05000000000000000000" pitchFamily="2" charset="2"/>
            </a:rPr>
            <a:t></a:t>
          </a:r>
          <a:r>
            <a:rPr lang="en-IE" sz="1700" kern="1200"/>
            <a:t> heavy commitment to UP-FRONT design. </a:t>
          </a:r>
          <a:endParaRPr lang="en-US" sz="1700" kern="1200"/>
        </a:p>
      </dsp:txBody>
      <dsp:txXfrm>
        <a:off x="2171466" y="450096"/>
        <a:ext cx="1665620" cy="807682"/>
      </dsp:txXfrm>
    </dsp:sp>
    <dsp:sp modelId="{F25A2204-FE7B-4BBE-8DD9-7E3F125942D9}">
      <dsp:nvSpPr>
        <dsp:cNvPr id="0" name=""/>
        <dsp:cNvSpPr/>
      </dsp:nvSpPr>
      <dsp:spPr>
        <a:xfrm>
          <a:off x="4291184" y="424968"/>
          <a:ext cx="1715876" cy="85793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IE" sz="1700" kern="1200"/>
            <a:t>Popularity of agile practices: SCRUM and XP.</a:t>
          </a:r>
          <a:endParaRPr lang="en-US" sz="1700" kern="1200"/>
        </a:p>
      </dsp:txBody>
      <dsp:txXfrm>
        <a:off x="4316312" y="450096"/>
        <a:ext cx="1665620" cy="807682"/>
      </dsp:txXfrm>
    </dsp:sp>
    <dsp:sp modelId="{12AE2515-1FF3-4B62-A532-28E9C9579672}">
      <dsp:nvSpPr>
        <dsp:cNvPr id="0" name=""/>
        <dsp:cNvSpPr/>
      </dsp:nvSpPr>
      <dsp:spPr>
        <a:xfrm>
          <a:off x="6436030" y="424968"/>
          <a:ext cx="1715876" cy="85793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IE" sz="1700" b="1" kern="1200"/>
            <a:t>Why study UML?</a:t>
          </a:r>
          <a:endParaRPr lang="en-US" sz="1700" kern="1200"/>
        </a:p>
      </dsp:txBody>
      <dsp:txXfrm>
        <a:off x="6461158" y="450096"/>
        <a:ext cx="1665620" cy="807682"/>
      </dsp:txXfrm>
    </dsp:sp>
    <dsp:sp modelId="{65EFAF56-990D-4985-8696-587A9C256FEE}">
      <dsp:nvSpPr>
        <dsp:cNvPr id="0" name=""/>
        <dsp:cNvSpPr/>
      </dsp:nvSpPr>
      <dsp:spPr>
        <a:xfrm>
          <a:off x="6607618" y="1282906"/>
          <a:ext cx="171587" cy="643453"/>
        </a:xfrm>
        <a:custGeom>
          <a:avLst/>
          <a:gdLst/>
          <a:ahLst/>
          <a:cxnLst/>
          <a:rect l="0" t="0" r="0" b="0"/>
          <a:pathLst>
            <a:path>
              <a:moveTo>
                <a:pt x="0" y="0"/>
              </a:moveTo>
              <a:lnTo>
                <a:pt x="0" y="643453"/>
              </a:lnTo>
              <a:lnTo>
                <a:pt x="171587" y="643453"/>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4FB4AC2-1ECF-4551-B4A7-195B944CB33A}">
      <dsp:nvSpPr>
        <dsp:cNvPr id="0" name=""/>
        <dsp:cNvSpPr/>
      </dsp:nvSpPr>
      <dsp:spPr>
        <a:xfrm>
          <a:off x="6779205" y="1497391"/>
          <a:ext cx="1372701" cy="857938"/>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IE" sz="900" b="1" kern="1200"/>
            <a:t>De facto standard.</a:t>
          </a:r>
          <a:endParaRPr lang="en-US" sz="900" kern="1200"/>
        </a:p>
      </dsp:txBody>
      <dsp:txXfrm>
        <a:off x="6804333" y="1522519"/>
        <a:ext cx="1322445" cy="807682"/>
      </dsp:txXfrm>
    </dsp:sp>
    <dsp:sp modelId="{E1BECEF1-9747-4370-B11B-D32EDFE65DFC}">
      <dsp:nvSpPr>
        <dsp:cNvPr id="0" name=""/>
        <dsp:cNvSpPr/>
      </dsp:nvSpPr>
      <dsp:spPr>
        <a:xfrm>
          <a:off x="6607618" y="1282906"/>
          <a:ext cx="171587" cy="1715876"/>
        </a:xfrm>
        <a:custGeom>
          <a:avLst/>
          <a:gdLst/>
          <a:ahLst/>
          <a:cxnLst/>
          <a:rect l="0" t="0" r="0" b="0"/>
          <a:pathLst>
            <a:path>
              <a:moveTo>
                <a:pt x="0" y="0"/>
              </a:moveTo>
              <a:lnTo>
                <a:pt x="0" y="1715876"/>
              </a:lnTo>
              <a:lnTo>
                <a:pt x="171587" y="1715876"/>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38EC099-6994-4CA5-A841-2873ACA68166}">
      <dsp:nvSpPr>
        <dsp:cNvPr id="0" name=""/>
        <dsp:cNvSpPr/>
      </dsp:nvSpPr>
      <dsp:spPr>
        <a:xfrm>
          <a:off x="6779205" y="2569814"/>
          <a:ext cx="1372701" cy="857938"/>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IE" sz="900" b="1" kern="1200"/>
            <a:t>Helps novices to reason explicitly about design.</a:t>
          </a:r>
          <a:endParaRPr lang="en-US" sz="900" kern="1200"/>
        </a:p>
      </dsp:txBody>
      <dsp:txXfrm>
        <a:off x="6804333" y="2594942"/>
        <a:ext cx="1322445" cy="807682"/>
      </dsp:txXfrm>
    </dsp:sp>
    <dsp:sp modelId="{8EBD67BA-B804-41EF-979E-DDF93AF52052}">
      <dsp:nvSpPr>
        <dsp:cNvPr id="0" name=""/>
        <dsp:cNvSpPr/>
      </dsp:nvSpPr>
      <dsp:spPr>
        <a:xfrm>
          <a:off x="6607618" y="1282906"/>
          <a:ext cx="171587" cy="2788299"/>
        </a:xfrm>
        <a:custGeom>
          <a:avLst/>
          <a:gdLst/>
          <a:ahLst/>
          <a:cxnLst/>
          <a:rect l="0" t="0" r="0" b="0"/>
          <a:pathLst>
            <a:path>
              <a:moveTo>
                <a:pt x="0" y="0"/>
              </a:moveTo>
              <a:lnTo>
                <a:pt x="0" y="2788299"/>
              </a:lnTo>
              <a:lnTo>
                <a:pt x="171587" y="2788299"/>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A62912-7F61-4926-8D39-AF67F3F45C1E}">
      <dsp:nvSpPr>
        <dsp:cNvPr id="0" name=""/>
        <dsp:cNvSpPr/>
      </dsp:nvSpPr>
      <dsp:spPr>
        <a:xfrm>
          <a:off x="6779205" y="3642237"/>
          <a:ext cx="1372701" cy="857938"/>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IE" sz="900" b="1" kern="1200"/>
            <a:t>Good for compute intensive applications – scientific, simulation, frameworks, tools.  </a:t>
          </a:r>
          <a:endParaRPr lang="en-US" sz="900" kern="1200"/>
        </a:p>
      </dsp:txBody>
      <dsp:txXfrm>
        <a:off x="6804333" y="3667365"/>
        <a:ext cx="1322445" cy="8076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F41EE7-162F-4CAE-84C5-2CB0794F6095}">
      <dsp:nvSpPr>
        <dsp:cNvPr id="0" name=""/>
        <dsp:cNvSpPr/>
      </dsp:nvSpPr>
      <dsp:spPr>
        <a:xfrm rot="5400000">
          <a:off x="4964775" y="-1882471"/>
          <a:ext cx="1159073" cy="521817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62865" rIns="125730" bIns="62865" numCol="1" spcCol="1270" anchor="ctr" anchorCtr="0">
          <a:noAutofit/>
        </a:bodyPr>
        <a:lstStyle/>
        <a:p>
          <a:pPr marL="285750" lvl="1" indent="-285750" algn="l" defTabSz="1466850">
            <a:lnSpc>
              <a:spcPct val="90000"/>
            </a:lnSpc>
            <a:spcBef>
              <a:spcPct val="0"/>
            </a:spcBef>
            <a:spcAft>
              <a:spcPct val="15000"/>
            </a:spcAft>
            <a:buChar char="•"/>
          </a:pPr>
          <a:r>
            <a:rPr lang="en-IE" sz="3300" kern="1200"/>
            <a:t>Design principles for of software systems</a:t>
          </a:r>
          <a:endParaRPr lang="en-US" sz="3300" kern="1200"/>
        </a:p>
      </dsp:txBody>
      <dsp:txXfrm rot="-5400000">
        <a:off x="2935224" y="203661"/>
        <a:ext cx="5161595" cy="1045911"/>
      </dsp:txXfrm>
    </dsp:sp>
    <dsp:sp modelId="{CDBA6E25-2649-4954-8250-18443DDD4D94}">
      <dsp:nvSpPr>
        <dsp:cNvPr id="0" name=""/>
        <dsp:cNvSpPr/>
      </dsp:nvSpPr>
      <dsp:spPr>
        <a:xfrm>
          <a:off x="0" y="2195"/>
          <a:ext cx="2935224" cy="144884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IE" sz="3800" kern="1200"/>
            <a:t>This module is focused on</a:t>
          </a:r>
          <a:endParaRPr lang="en-US" sz="3800" kern="1200"/>
        </a:p>
      </dsp:txBody>
      <dsp:txXfrm>
        <a:off x="70727" y="72922"/>
        <a:ext cx="2793770" cy="1307387"/>
      </dsp:txXfrm>
    </dsp:sp>
    <dsp:sp modelId="{413C730C-3845-4B14-AB3C-798FDB15F4AC}">
      <dsp:nvSpPr>
        <dsp:cNvPr id="0" name=""/>
        <dsp:cNvSpPr/>
      </dsp:nvSpPr>
      <dsp:spPr>
        <a:xfrm>
          <a:off x="0" y="1523479"/>
          <a:ext cx="2935224" cy="144884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IE" sz="3800" kern="1200"/>
            <a:t>And </a:t>
          </a:r>
          <a:r>
            <a:rPr lang="en-IE" sz="3800" b="1" kern="1200"/>
            <a:t>NOT solely on</a:t>
          </a:r>
          <a:endParaRPr lang="en-US" sz="3800" kern="1200"/>
        </a:p>
      </dsp:txBody>
      <dsp:txXfrm>
        <a:off x="70727" y="1594206"/>
        <a:ext cx="2793770" cy="1307387"/>
      </dsp:txXfrm>
    </dsp:sp>
    <dsp:sp modelId="{3F9E6B4C-6BE7-45DE-82AE-9AE142FC8AF7}">
      <dsp:nvSpPr>
        <dsp:cNvPr id="0" name=""/>
        <dsp:cNvSpPr/>
      </dsp:nvSpPr>
      <dsp:spPr>
        <a:xfrm rot="5400000">
          <a:off x="4964775" y="1160095"/>
          <a:ext cx="1159073" cy="521817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62865" rIns="125730" bIns="62865" numCol="1" spcCol="1270" anchor="ctr" anchorCtr="0">
          <a:noAutofit/>
        </a:bodyPr>
        <a:lstStyle/>
        <a:p>
          <a:pPr marL="285750" lvl="1" indent="-285750" algn="l" defTabSz="1466850">
            <a:lnSpc>
              <a:spcPct val="90000"/>
            </a:lnSpc>
            <a:spcBef>
              <a:spcPct val="0"/>
            </a:spcBef>
            <a:spcAft>
              <a:spcPct val="15000"/>
            </a:spcAft>
            <a:buChar char="•"/>
          </a:pPr>
          <a:r>
            <a:rPr lang="en-IE" sz="3300" kern="1200"/>
            <a:t>Such as The Unified Modelling Language (UML)</a:t>
          </a:r>
          <a:endParaRPr lang="en-US" sz="3300" kern="1200"/>
        </a:p>
      </dsp:txBody>
      <dsp:txXfrm rot="-5400000">
        <a:off x="2935224" y="3246228"/>
        <a:ext cx="5161595" cy="1045911"/>
      </dsp:txXfrm>
    </dsp:sp>
    <dsp:sp modelId="{CFC9FB47-9E0A-4DA4-93A5-EE6A66CE5933}">
      <dsp:nvSpPr>
        <dsp:cNvPr id="0" name=""/>
        <dsp:cNvSpPr/>
      </dsp:nvSpPr>
      <dsp:spPr>
        <a:xfrm>
          <a:off x="0" y="3044762"/>
          <a:ext cx="2935224" cy="144884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IE" sz="3800" kern="1200"/>
            <a:t>A Design Notation </a:t>
          </a:r>
          <a:endParaRPr lang="en-US" sz="3800" kern="1200"/>
        </a:p>
      </dsp:txBody>
      <dsp:txXfrm>
        <a:off x="70727" y="3115489"/>
        <a:ext cx="2793770" cy="13073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9564C9-D846-4B80-95EC-E02A57E8316B}">
      <dsp:nvSpPr>
        <dsp:cNvPr id="0" name=""/>
        <dsp:cNvSpPr/>
      </dsp:nvSpPr>
      <dsp:spPr>
        <a:xfrm>
          <a:off x="0" y="3512"/>
          <a:ext cx="5760640" cy="7481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309981-AA79-4716-AC52-7B9FBE67BE87}">
      <dsp:nvSpPr>
        <dsp:cNvPr id="0" name=""/>
        <dsp:cNvSpPr/>
      </dsp:nvSpPr>
      <dsp:spPr>
        <a:xfrm>
          <a:off x="226309" y="171841"/>
          <a:ext cx="411471" cy="4114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15582E-BC40-4717-AF26-C14DE2F46564}">
      <dsp:nvSpPr>
        <dsp:cNvPr id="0" name=""/>
        <dsp:cNvSpPr/>
      </dsp:nvSpPr>
      <dsp:spPr>
        <a:xfrm>
          <a:off x="864089" y="3512"/>
          <a:ext cx="4896550" cy="748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177" tIns="79177" rIns="79177" bIns="79177" numCol="1" spcCol="1270" anchor="ctr" anchorCtr="0">
          <a:noAutofit/>
        </a:bodyPr>
        <a:lstStyle/>
        <a:p>
          <a:pPr marL="0" lvl="0" indent="0" algn="l" defTabSz="844550">
            <a:lnSpc>
              <a:spcPct val="100000"/>
            </a:lnSpc>
            <a:spcBef>
              <a:spcPct val="0"/>
            </a:spcBef>
            <a:spcAft>
              <a:spcPct val="35000"/>
            </a:spcAft>
            <a:buNone/>
          </a:pPr>
          <a:r>
            <a:rPr lang="en-IE" sz="1900" kern="1200"/>
            <a:t>Introducing the lecturer</a:t>
          </a:r>
          <a:endParaRPr lang="en-US" sz="1900" kern="1200"/>
        </a:p>
      </dsp:txBody>
      <dsp:txXfrm>
        <a:off x="864089" y="3512"/>
        <a:ext cx="4896550" cy="748129"/>
      </dsp:txXfrm>
    </dsp:sp>
    <dsp:sp modelId="{F188D645-1DFE-4067-ADC0-1DF21FFF9B15}">
      <dsp:nvSpPr>
        <dsp:cNvPr id="0" name=""/>
        <dsp:cNvSpPr/>
      </dsp:nvSpPr>
      <dsp:spPr>
        <a:xfrm>
          <a:off x="0" y="938673"/>
          <a:ext cx="5760640" cy="7481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E9FE57-29B1-4AF5-812F-F6D95D0501DB}">
      <dsp:nvSpPr>
        <dsp:cNvPr id="0" name=""/>
        <dsp:cNvSpPr/>
      </dsp:nvSpPr>
      <dsp:spPr>
        <a:xfrm>
          <a:off x="226309" y="1107002"/>
          <a:ext cx="411471" cy="4114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039839-0FE8-4744-9A6D-627128378E49}">
      <dsp:nvSpPr>
        <dsp:cNvPr id="0" name=""/>
        <dsp:cNvSpPr/>
      </dsp:nvSpPr>
      <dsp:spPr>
        <a:xfrm>
          <a:off x="864089" y="938673"/>
          <a:ext cx="4896550" cy="748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177" tIns="79177" rIns="79177" bIns="79177" numCol="1" spcCol="1270" anchor="ctr" anchorCtr="0">
          <a:noAutofit/>
        </a:bodyPr>
        <a:lstStyle/>
        <a:p>
          <a:pPr marL="0" lvl="0" indent="0" algn="l" defTabSz="844550">
            <a:lnSpc>
              <a:spcPct val="100000"/>
            </a:lnSpc>
            <a:spcBef>
              <a:spcPct val="0"/>
            </a:spcBef>
            <a:spcAft>
              <a:spcPct val="35000"/>
            </a:spcAft>
            <a:buNone/>
          </a:pPr>
          <a:r>
            <a:rPr lang="en-IE" sz="1900" kern="1200"/>
            <a:t>Introduce assessment model and texts</a:t>
          </a:r>
          <a:endParaRPr lang="en-US" sz="1900" kern="1200"/>
        </a:p>
      </dsp:txBody>
      <dsp:txXfrm>
        <a:off x="864089" y="938673"/>
        <a:ext cx="4896550" cy="748129"/>
      </dsp:txXfrm>
    </dsp:sp>
    <dsp:sp modelId="{650E9A7B-ABA1-4B65-BE92-7829D872F90E}">
      <dsp:nvSpPr>
        <dsp:cNvPr id="0" name=""/>
        <dsp:cNvSpPr/>
      </dsp:nvSpPr>
      <dsp:spPr>
        <a:xfrm>
          <a:off x="0" y="1873835"/>
          <a:ext cx="5760640" cy="7481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5E079A-7C31-4EA5-900E-A5F1973F82C1}">
      <dsp:nvSpPr>
        <dsp:cNvPr id="0" name=""/>
        <dsp:cNvSpPr/>
      </dsp:nvSpPr>
      <dsp:spPr>
        <a:xfrm>
          <a:off x="226309" y="2042164"/>
          <a:ext cx="411471" cy="4114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B6D54C7-DEDB-46F3-B6EE-835D57F3B3D1}">
      <dsp:nvSpPr>
        <dsp:cNvPr id="0" name=""/>
        <dsp:cNvSpPr/>
      </dsp:nvSpPr>
      <dsp:spPr>
        <a:xfrm>
          <a:off x="864089" y="1873835"/>
          <a:ext cx="4896550" cy="748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177" tIns="79177" rIns="79177" bIns="79177" numCol="1" spcCol="1270" anchor="ctr" anchorCtr="0">
          <a:noAutofit/>
        </a:bodyPr>
        <a:lstStyle/>
        <a:p>
          <a:pPr marL="0" lvl="0" indent="0" algn="l" defTabSz="844550">
            <a:lnSpc>
              <a:spcPct val="100000"/>
            </a:lnSpc>
            <a:spcBef>
              <a:spcPct val="0"/>
            </a:spcBef>
            <a:spcAft>
              <a:spcPct val="35000"/>
            </a:spcAft>
            <a:buNone/>
          </a:pPr>
          <a:r>
            <a:rPr lang="en-IE" sz="1900" kern="1200"/>
            <a:t>Discuss objectives and rationale</a:t>
          </a:r>
          <a:endParaRPr lang="en-US" sz="1900" kern="1200"/>
        </a:p>
      </dsp:txBody>
      <dsp:txXfrm>
        <a:off x="864089" y="1873835"/>
        <a:ext cx="4896550" cy="748129"/>
      </dsp:txXfrm>
    </dsp:sp>
    <dsp:sp modelId="{3551B292-0D8A-4166-8B1A-427F01CC4CF5}">
      <dsp:nvSpPr>
        <dsp:cNvPr id="0" name=""/>
        <dsp:cNvSpPr/>
      </dsp:nvSpPr>
      <dsp:spPr>
        <a:xfrm>
          <a:off x="0" y="2808996"/>
          <a:ext cx="5760640" cy="7481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33BD6C-88E2-48DE-B8BB-848FFEB7E057}">
      <dsp:nvSpPr>
        <dsp:cNvPr id="0" name=""/>
        <dsp:cNvSpPr/>
      </dsp:nvSpPr>
      <dsp:spPr>
        <a:xfrm>
          <a:off x="226309" y="2977325"/>
          <a:ext cx="411471" cy="4114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090C73-613F-4C3E-A24B-20F83249C94D}">
      <dsp:nvSpPr>
        <dsp:cNvPr id="0" name=""/>
        <dsp:cNvSpPr/>
      </dsp:nvSpPr>
      <dsp:spPr>
        <a:xfrm>
          <a:off x="864089" y="2808996"/>
          <a:ext cx="4896550" cy="748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177" tIns="79177" rIns="79177" bIns="79177" numCol="1" spcCol="1270" anchor="ctr" anchorCtr="0">
          <a:noAutofit/>
        </a:bodyPr>
        <a:lstStyle/>
        <a:p>
          <a:pPr marL="0" lvl="0" indent="0" algn="l" defTabSz="844550">
            <a:lnSpc>
              <a:spcPct val="100000"/>
            </a:lnSpc>
            <a:spcBef>
              <a:spcPct val="0"/>
            </a:spcBef>
            <a:spcAft>
              <a:spcPct val="35000"/>
            </a:spcAft>
            <a:buNone/>
          </a:pPr>
          <a:r>
            <a:rPr lang="en-IE" sz="1900" kern="1200"/>
            <a:t>Characteristics of Good Software</a:t>
          </a:r>
          <a:endParaRPr lang="en-US" sz="1900" kern="1200"/>
        </a:p>
      </dsp:txBody>
      <dsp:txXfrm>
        <a:off x="864089" y="2808996"/>
        <a:ext cx="4896550" cy="748129"/>
      </dsp:txXfrm>
    </dsp:sp>
    <dsp:sp modelId="{D3C1023E-737B-4B71-8593-A80689C85F02}">
      <dsp:nvSpPr>
        <dsp:cNvPr id="0" name=""/>
        <dsp:cNvSpPr/>
      </dsp:nvSpPr>
      <dsp:spPr>
        <a:xfrm>
          <a:off x="0" y="3744158"/>
          <a:ext cx="5760640" cy="7481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CE9EDA-98E1-4F01-B0AD-A815AAABD512}">
      <dsp:nvSpPr>
        <dsp:cNvPr id="0" name=""/>
        <dsp:cNvSpPr/>
      </dsp:nvSpPr>
      <dsp:spPr>
        <a:xfrm>
          <a:off x="226309" y="3912487"/>
          <a:ext cx="411471" cy="4114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90C1D7D-143B-46CF-A130-471EFB41E5B7}">
      <dsp:nvSpPr>
        <dsp:cNvPr id="0" name=""/>
        <dsp:cNvSpPr/>
      </dsp:nvSpPr>
      <dsp:spPr>
        <a:xfrm>
          <a:off x="864089" y="3744158"/>
          <a:ext cx="4896550" cy="748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177" tIns="79177" rIns="79177" bIns="79177" numCol="1" spcCol="1270" anchor="ctr" anchorCtr="0">
          <a:noAutofit/>
        </a:bodyPr>
        <a:lstStyle/>
        <a:p>
          <a:pPr marL="0" lvl="0" indent="0" algn="l" defTabSz="844550">
            <a:lnSpc>
              <a:spcPct val="100000"/>
            </a:lnSpc>
            <a:spcBef>
              <a:spcPct val="0"/>
            </a:spcBef>
            <a:spcAft>
              <a:spcPct val="35000"/>
            </a:spcAft>
            <a:buNone/>
          </a:pPr>
          <a:r>
            <a:rPr lang="en-IE" sz="1900" kern="1200"/>
            <a:t>The OO Paradigm</a:t>
          </a:r>
          <a:endParaRPr lang="en-US" sz="1900" kern="1200"/>
        </a:p>
      </dsp:txBody>
      <dsp:txXfrm>
        <a:off x="864089" y="3744158"/>
        <a:ext cx="4896550" cy="7481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CA273D-8BB4-4CFE-A9CD-D6BC3100296E}">
      <dsp:nvSpPr>
        <dsp:cNvPr id="0" name=""/>
        <dsp:cNvSpPr/>
      </dsp:nvSpPr>
      <dsp:spPr>
        <a:xfrm>
          <a:off x="0" y="3173360"/>
          <a:ext cx="8712968" cy="208206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r>
            <a:rPr lang="en-IE" sz="4000" kern="1200" dirty="0"/>
            <a:t>Contracts must be enforceable</a:t>
          </a:r>
          <a:endParaRPr lang="en-US" sz="4000" kern="1200" dirty="0"/>
        </a:p>
      </dsp:txBody>
      <dsp:txXfrm>
        <a:off x="0" y="3173360"/>
        <a:ext cx="8712968" cy="1124316"/>
      </dsp:txXfrm>
    </dsp:sp>
    <dsp:sp modelId="{CDC0B7D8-13B2-427A-ADF2-C5F54B8C2CFD}">
      <dsp:nvSpPr>
        <dsp:cNvPr id="0" name=""/>
        <dsp:cNvSpPr/>
      </dsp:nvSpPr>
      <dsp:spPr>
        <a:xfrm>
          <a:off x="0" y="4256036"/>
          <a:ext cx="4356483" cy="95775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IE" sz="1700" kern="1200" dirty="0"/>
            <a:t>Syntactic: signature, parameters, return type, etc.,  match.</a:t>
          </a:r>
          <a:endParaRPr lang="en-US" sz="1700" kern="1200" dirty="0"/>
        </a:p>
      </dsp:txBody>
      <dsp:txXfrm>
        <a:off x="0" y="4256036"/>
        <a:ext cx="4356483" cy="957751"/>
      </dsp:txXfrm>
    </dsp:sp>
    <dsp:sp modelId="{A40440F8-F624-4533-86B6-FC8D4CB1E4B1}">
      <dsp:nvSpPr>
        <dsp:cNvPr id="0" name=""/>
        <dsp:cNvSpPr/>
      </dsp:nvSpPr>
      <dsp:spPr>
        <a:xfrm>
          <a:off x="4356484" y="4256036"/>
          <a:ext cx="4356483" cy="95775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t" anchorCtr="0">
          <a:noAutofit/>
        </a:bodyPr>
        <a:lstStyle/>
        <a:p>
          <a:pPr marL="0" lvl="0" indent="0" algn="l" defTabSz="755650">
            <a:lnSpc>
              <a:spcPct val="90000"/>
            </a:lnSpc>
            <a:spcBef>
              <a:spcPct val="0"/>
            </a:spcBef>
            <a:spcAft>
              <a:spcPct val="35000"/>
            </a:spcAft>
            <a:buNone/>
          </a:pPr>
          <a:r>
            <a:rPr lang="en-IE" sz="1700" kern="1200" dirty="0"/>
            <a:t>Semantic: the meaning of the arguments supplied in the client call correlates with the intent of the parameters in the method heading.</a:t>
          </a:r>
          <a:endParaRPr lang="en-US" sz="1700" kern="1200" dirty="0"/>
        </a:p>
        <a:p>
          <a:pPr marL="114300" lvl="1" indent="-114300" algn="l" defTabSz="577850">
            <a:lnSpc>
              <a:spcPct val="90000"/>
            </a:lnSpc>
            <a:spcBef>
              <a:spcPct val="0"/>
            </a:spcBef>
            <a:spcAft>
              <a:spcPct val="15000"/>
            </a:spcAft>
            <a:buChar char="•"/>
          </a:pPr>
          <a:r>
            <a:rPr lang="en-IE" sz="1300" kern="1200" dirty="0"/>
            <a:t>Not currently doable.</a:t>
          </a:r>
          <a:endParaRPr lang="en-US" sz="1300" kern="1200" dirty="0"/>
        </a:p>
      </dsp:txBody>
      <dsp:txXfrm>
        <a:off x="4356484" y="4256036"/>
        <a:ext cx="4356483" cy="957751"/>
      </dsp:txXfrm>
    </dsp:sp>
    <dsp:sp modelId="{283BBA55-41EE-42CB-B77D-2E1FA0DA631F}">
      <dsp:nvSpPr>
        <dsp:cNvPr id="0" name=""/>
        <dsp:cNvSpPr/>
      </dsp:nvSpPr>
      <dsp:spPr>
        <a:xfrm rot="10800000">
          <a:off x="0" y="2370"/>
          <a:ext cx="8712968" cy="3202220"/>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r>
            <a:rPr lang="en-IE" sz="4000" kern="1200" dirty="0"/>
            <a:t>Specification of a contract between a service (software) and a client (software) that uses the service API.</a:t>
          </a:r>
          <a:endParaRPr lang="en-US" sz="4000" kern="1200" dirty="0"/>
        </a:p>
      </dsp:txBody>
      <dsp:txXfrm rot="10800000">
        <a:off x="0" y="2370"/>
        <a:ext cx="8712968" cy="20807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625D15-9B0E-4BF3-B4C9-C6F9036E46F8}">
      <dsp:nvSpPr>
        <dsp:cNvPr id="0" name=""/>
        <dsp:cNvSpPr/>
      </dsp:nvSpPr>
      <dsp:spPr>
        <a:xfrm>
          <a:off x="339843" y="68123"/>
          <a:ext cx="1063507" cy="106350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671159-C6B4-4CD5-BBA7-787BCD378ABF}">
      <dsp:nvSpPr>
        <dsp:cNvPr id="0" name=""/>
        <dsp:cNvSpPr/>
      </dsp:nvSpPr>
      <dsp:spPr>
        <a:xfrm>
          <a:off x="563179" y="291459"/>
          <a:ext cx="616834" cy="6168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5D857C-E197-470C-AC24-CDA8C8A9C770}">
      <dsp:nvSpPr>
        <dsp:cNvPr id="0" name=""/>
        <dsp:cNvSpPr/>
      </dsp:nvSpPr>
      <dsp:spPr>
        <a:xfrm>
          <a:off x="1631245" y="68123"/>
          <a:ext cx="2506839" cy="106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kern="1200" dirty="0"/>
            <a:t>Easier to maintain. </a:t>
          </a:r>
          <a:endParaRPr lang="en-US" sz="1700" kern="1200" dirty="0"/>
        </a:p>
      </dsp:txBody>
      <dsp:txXfrm>
        <a:off x="1631245" y="68123"/>
        <a:ext cx="2506839" cy="1063507"/>
      </dsp:txXfrm>
    </dsp:sp>
    <dsp:sp modelId="{F202270F-925C-4772-B3A9-6E3A6D037DF2}">
      <dsp:nvSpPr>
        <dsp:cNvPr id="0" name=""/>
        <dsp:cNvSpPr/>
      </dsp:nvSpPr>
      <dsp:spPr>
        <a:xfrm>
          <a:off x="4574882" y="68123"/>
          <a:ext cx="1063507" cy="106350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89E598-6F79-4A39-A800-B21EAD61205E}">
      <dsp:nvSpPr>
        <dsp:cNvPr id="0" name=""/>
        <dsp:cNvSpPr/>
      </dsp:nvSpPr>
      <dsp:spPr>
        <a:xfrm>
          <a:off x="4798219" y="291459"/>
          <a:ext cx="616834" cy="6168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B6F95C-8B86-4F8C-9CDE-6190D3FD79F9}">
      <dsp:nvSpPr>
        <dsp:cNvPr id="0" name=""/>
        <dsp:cNvSpPr/>
      </dsp:nvSpPr>
      <dsp:spPr>
        <a:xfrm>
          <a:off x="5866285" y="68123"/>
          <a:ext cx="2506839" cy="106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kern="1200" dirty="0"/>
            <a:t>Easier to upgrade a modular system.</a:t>
          </a:r>
          <a:endParaRPr lang="en-US" sz="1700" kern="1200" dirty="0"/>
        </a:p>
      </dsp:txBody>
      <dsp:txXfrm>
        <a:off x="5866285" y="68123"/>
        <a:ext cx="2506839" cy="1063507"/>
      </dsp:txXfrm>
    </dsp:sp>
    <dsp:sp modelId="{1FEF471F-68A6-4497-A245-E2523107CAFE}">
      <dsp:nvSpPr>
        <dsp:cNvPr id="0" name=""/>
        <dsp:cNvSpPr/>
      </dsp:nvSpPr>
      <dsp:spPr>
        <a:xfrm>
          <a:off x="339843" y="1988526"/>
          <a:ext cx="1063507" cy="106350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04C629-6F37-40AB-B4F6-377FB5D6F29E}">
      <dsp:nvSpPr>
        <dsp:cNvPr id="0" name=""/>
        <dsp:cNvSpPr/>
      </dsp:nvSpPr>
      <dsp:spPr>
        <a:xfrm>
          <a:off x="563179" y="2211862"/>
          <a:ext cx="616834" cy="6168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D90B309-5B5F-4FE7-A96B-C31A8811BEFA}">
      <dsp:nvSpPr>
        <dsp:cNvPr id="0" name=""/>
        <dsp:cNvSpPr/>
      </dsp:nvSpPr>
      <dsp:spPr>
        <a:xfrm>
          <a:off x="1631245" y="1988526"/>
          <a:ext cx="2506839" cy="106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kern="1200" dirty="0"/>
            <a:t>Easier to build a system that is reliable because modules can be tested more thoroughly in isolation.</a:t>
          </a:r>
          <a:endParaRPr lang="en-US" sz="1700" kern="1200" dirty="0"/>
        </a:p>
      </dsp:txBody>
      <dsp:txXfrm>
        <a:off x="1631245" y="1988526"/>
        <a:ext cx="2506839" cy="1063507"/>
      </dsp:txXfrm>
    </dsp:sp>
    <dsp:sp modelId="{E74BC2C4-0035-4BC9-B5D0-4D688A08F697}">
      <dsp:nvSpPr>
        <dsp:cNvPr id="0" name=""/>
        <dsp:cNvSpPr/>
      </dsp:nvSpPr>
      <dsp:spPr>
        <a:xfrm>
          <a:off x="4574882" y="1988526"/>
          <a:ext cx="1063507" cy="106350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17BB55-65CB-4D2E-BF57-43B33B179A97}">
      <dsp:nvSpPr>
        <dsp:cNvPr id="0" name=""/>
        <dsp:cNvSpPr/>
      </dsp:nvSpPr>
      <dsp:spPr>
        <a:xfrm>
          <a:off x="4798219" y="2211862"/>
          <a:ext cx="616834" cy="6168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0D17D3-91C8-4355-81AE-00189A64D641}">
      <dsp:nvSpPr>
        <dsp:cNvPr id="0" name=""/>
        <dsp:cNvSpPr/>
      </dsp:nvSpPr>
      <dsp:spPr>
        <a:xfrm>
          <a:off x="5866285" y="1988526"/>
          <a:ext cx="2506839" cy="106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kern="1200" dirty="0"/>
            <a:t>Modules can be coded and tested concurrently, thus speeding up time-to-market.</a:t>
          </a:r>
          <a:endParaRPr lang="en-US" sz="1700" kern="1200" dirty="0"/>
        </a:p>
      </dsp:txBody>
      <dsp:txXfrm>
        <a:off x="5866285" y="1988526"/>
        <a:ext cx="2506839" cy="1063507"/>
      </dsp:txXfrm>
    </dsp:sp>
    <dsp:sp modelId="{EAA5D360-7BA1-4E11-B1AC-1BBEC1DC8FFC}">
      <dsp:nvSpPr>
        <dsp:cNvPr id="0" name=""/>
        <dsp:cNvSpPr/>
      </dsp:nvSpPr>
      <dsp:spPr>
        <a:xfrm>
          <a:off x="339843" y="3908929"/>
          <a:ext cx="1063507" cy="106350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A29A6E-303B-42F6-A154-4E5E599C0F6D}">
      <dsp:nvSpPr>
        <dsp:cNvPr id="0" name=""/>
        <dsp:cNvSpPr/>
      </dsp:nvSpPr>
      <dsp:spPr>
        <a:xfrm>
          <a:off x="563179" y="4132265"/>
          <a:ext cx="616834" cy="6168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18C09E-5450-404A-877E-6D798B4FABEF}">
      <dsp:nvSpPr>
        <dsp:cNvPr id="0" name=""/>
        <dsp:cNvSpPr/>
      </dsp:nvSpPr>
      <dsp:spPr>
        <a:xfrm>
          <a:off x="1631245" y="3908929"/>
          <a:ext cx="2506839" cy="106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kern="1200" dirty="0"/>
            <a:t>Team members only need to know other module interfaces, not how they works.</a:t>
          </a:r>
          <a:endParaRPr lang="en-US" sz="1700" kern="1200" dirty="0"/>
        </a:p>
      </dsp:txBody>
      <dsp:txXfrm>
        <a:off x="1631245" y="3908929"/>
        <a:ext cx="2506839" cy="1063507"/>
      </dsp:txXfrm>
    </dsp:sp>
    <dsp:sp modelId="{8824345A-0ACF-457B-953D-135183F67D83}">
      <dsp:nvSpPr>
        <dsp:cNvPr id="0" name=""/>
        <dsp:cNvSpPr/>
      </dsp:nvSpPr>
      <dsp:spPr>
        <a:xfrm>
          <a:off x="4574882" y="3908929"/>
          <a:ext cx="1063507" cy="106350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AF2124-5730-4A20-9090-F52E84AE5131}">
      <dsp:nvSpPr>
        <dsp:cNvPr id="0" name=""/>
        <dsp:cNvSpPr/>
      </dsp:nvSpPr>
      <dsp:spPr>
        <a:xfrm>
          <a:off x="4798219" y="4132265"/>
          <a:ext cx="616834" cy="6168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3AB502-94B2-4664-ACFF-E43A20311FAD}">
      <dsp:nvSpPr>
        <dsp:cNvPr id="0" name=""/>
        <dsp:cNvSpPr/>
      </dsp:nvSpPr>
      <dsp:spPr>
        <a:xfrm>
          <a:off x="5866285" y="3908929"/>
          <a:ext cx="2506839" cy="1063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kern="1200" dirty="0"/>
            <a:t>Can reuse modules because of the property of documented interface(s).</a:t>
          </a:r>
          <a:endParaRPr lang="en-US" sz="1700" kern="1200" dirty="0"/>
        </a:p>
      </dsp:txBody>
      <dsp:txXfrm>
        <a:off x="5866285" y="3908929"/>
        <a:ext cx="2506839" cy="106350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4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4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5300"/>
          </a:xfrm>
          <a:prstGeom prst="rect">
            <a:avLst/>
          </a:prstGeom>
        </p:spPr>
        <p:txBody>
          <a:bodyPr vert="horz" lIns="91440" tIns="45720" rIns="91440" bIns="45720" rtlCol="0"/>
          <a:lstStyle>
            <a:lvl1pPr algn="l">
              <a:defRPr sz="1200"/>
            </a:lvl1pPr>
          </a:lstStyle>
          <a:p>
            <a:endParaRPr lang="en-IE" dirty="0"/>
          </a:p>
        </p:txBody>
      </p:sp>
      <p:sp>
        <p:nvSpPr>
          <p:cNvPr id="3" name="Date Placeholder 2"/>
          <p:cNvSpPr>
            <a:spLocks noGrp="1"/>
          </p:cNvSpPr>
          <p:nvPr>
            <p:ph type="dt" sz="quarter" idx="1"/>
          </p:nvPr>
        </p:nvSpPr>
        <p:spPr>
          <a:xfrm>
            <a:off x="3848100" y="0"/>
            <a:ext cx="2944813" cy="495300"/>
          </a:xfrm>
          <a:prstGeom prst="rect">
            <a:avLst/>
          </a:prstGeom>
        </p:spPr>
        <p:txBody>
          <a:bodyPr vert="horz" lIns="91440" tIns="45720" rIns="91440" bIns="45720" rtlCol="0"/>
          <a:lstStyle>
            <a:lvl1pPr algn="r">
              <a:defRPr sz="1200"/>
            </a:lvl1pPr>
          </a:lstStyle>
          <a:p>
            <a:fld id="{80ABC780-FF4F-4CC2-BC65-F84389FF52CF}" type="datetimeFigureOut">
              <a:rPr lang="en-IE" smtClean="0"/>
              <a:pPr/>
              <a:t>09/09/2026</a:t>
            </a:fld>
            <a:endParaRPr lang="en-IE" dirty="0"/>
          </a:p>
        </p:txBody>
      </p:sp>
      <p:sp>
        <p:nvSpPr>
          <p:cNvPr id="4" name="Footer Placeholder 3"/>
          <p:cNvSpPr>
            <a:spLocks noGrp="1"/>
          </p:cNvSpPr>
          <p:nvPr>
            <p:ph type="ftr" sz="quarter" idx="2"/>
          </p:nvPr>
        </p:nvSpPr>
        <p:spPr>
          <a:xfrm>
            <a:off x="0" y="9409113"/>
            <a:ext cx="2944813" cy="495300"/>
          </a:xfrm>
          <a:prstGeom prst="rect">
            <a:avLst/>
          </a:prstGeom>
        </p:spPr>
        <p:txBody>
          <a:bodyPr vert="horz" lIns="91440" tIns="45720" rIns="91440" bIns="45720" rtlCol="0" anchor="b"/>
          <a:lstStyle>
            <a:lvl1pPr algn="l">
              <a:defRPr sz="1200"/>
            </a:lvl1pPr>
          </a:lstStyle>
          <a:p>
            <a:endParaRPr lang="en-IE" dirty="0"/>
          </a:p>
        </p:txBody>
      </p:sp>
      <p:sp>
        <p:nvSpPr>
          <p:cNvPr id="5" name="Slide Number Placeholder 4"/>
          <p:cNvSpPr>
            <a:spLocks noGrp="1"/>
          </p:cNvSpPr>
          <p:nvPr>
            <p:ph type="sldNum" sz="quarter" idx="3"/>
          </p:nvPr>
        </p:nvSpPr>
        <p:spPr>
          <a:xfrm>
            <a:off x="3848100" y="9409113"/>
            <a:ext cx="2944813" cy="495300"/>
          </a:xfrm>
          <a:prstGeom prst="rect">
            <a:avLst/>
          </a:prstGeom>
        </p:spPr>
        <p:txBody>
          <a:bodyPr vert="horz" lIns="91440" tIns="45720" rIns="91440" bIns="45720" rtlCol="0" anchor="b"/>
          <a:lstStyle>
            <a:lvl1pPr algn="r">
              <a:defRPr sz="1200"/>
            </a:lvl1pPr>
          </a:lstStyle>
          <a:p>
            <a:fld id="{8290B5D2-61FD-45B2-9AFC-6B33A435FC1B}" type="slidenum">
              <a:rPr lang="en-IE" smtClean="0"/>
              <a:pPr/>
              <a:t>‹#›</a:t>
            </a:fld>
            <a:endParaRPr lang="en-IE" dirty="0"/>
          </a:p>
        </p:txBody>
      </p:sp>
    </p:spTree>
    <p:extLst>
      <p:ext uri="{BB962C8B-B14F-4D97-AF65-F5344CB8AC3E}">
        <p14:creationId xmlns:p14="http://schemas.microsoft.com/office/powerpoint/2010/main" val="11752642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1"/>
            <a:ext cx="2944799" cy="495611"/>
          </a:xfrm>
          <a:prstGeom prst="rect">
            <a:avLst/>
          </a:prstGeom>
          <a:noFill/>
          <a:ln w="9525">
            <a:noFill/>
            <a:miter lim="800000"/>
            <a:headEnd/>
            <a:tailEnd/>
          </a:ln>
          <a:effectLst/>
        </p:spPr>
        <p:txBody>
          <a:bodyPr vert="horz" wrap="square" lIns="92594" tIns="46296" rIns="92594" bIns="46296" numCol="1" anchor="t" anchorCtr="0" compatLnSpc="1">
            <a:prstTxWarp prst="textNoShape">
              <a:avLst/>
            </a:prstTxWarp>
          </a:bodyPr>
          <a:lstStyle>
            <a:lvl1pPr defTabSz="925182">
              <a:defRPr sz="1200" smtClean="0"/>
            </a:lvl1pPr>
          </a:lstStyle>
          <a:p>
            <a:pPr>
              <a:defRPr/>
            </a:pPr>
            <a:endParaRPr lang="en-US" dirty="0"/>
          </a:p>
        </p:txBody>
      </p:sp>
      <p:sp>
        <p:nvSpPr>
          <p:cNvPr id="17411" name="Rectangle 3"/>
          <p:cNvSpPr>
            <a:spLocks noGrp="1" noChangeArrowheads="1"/>
          </p:cNvSpPr>
          <p:nvPr>
            <p:ph type="dt" idx="1"/>
          </p:nvPr>
        </p:nvSpPr>
        <p:spPr bwMode="auto">
          <a:xfrm>
            <a:off x="3848158" y="1"/>
            <a:ext cx="2944799" cy="495611"/>
          </a:xfrm>
          <a:prstGeom prst="rect">
            <a:avLst/>
          </a:prstGeom>
          <a:noFill/>
          <a:ln w="9525">
            <a:noFill/>
            <a:miter lim="800000"/>
            <a:headEnd/>
            <a:tailEnd/>
          </a:ln>
          <a:effectLst/>
        </p:spPr>
        <p:txBody>
          <a:bodyPr vert="horz" wrap="square" lIns="92594" tIns="46296" rIns="92594" bIns="46296" numCol="1" anchor="t" anchorCtr="0" compatLnSpc="1">
            <a:prstTxWarp prst="textNoShape">
              <a:avLst/>
            </a:prstTxWarp>
          </a:bodyPr>
          <a:lstStyle>
            <a:lvl1pPr algn="r" defTabSz="925182">
              <a:defRPr sz="1200" smtClean="0"/>
            </a:lvl1pPr>
          </a:lstStyle>
          <a:p>
            <a:pPr>
              <a:defRPr/>
            </a:pPr>
            <a:endParaRPr lang="en-US" dirty="0"/>
          </a:p>
        </p:txBody>
      </p:sp>
      <p:sp>
        <p:nvSpPr>
          <p:cNvPr id="10244" name="Rectangle 4"/>
          <p:cNvSpPr>
            <a:spLocks noGrp="1" noRot="1" noChangeAspect="1" noChangeArrowheads="1" noTextEdit="1"/>
          </p:cNvSpPr>
          <p:nvPr>
            <p:ph type="sldImg" idx="2"/>
          </p:nvPr>
        </p:nvSpPr>
        <p:spPr bwMode="auto">
          <a:xfrm>
            <a:off x="920750" y="742950"/>
            <a:ext cx="4953000" cy="3714750"/>
          </a:xfrm>
          <a:prstGeom prst="rect">
            <a:avLst/>
          </a:prstGeom>
          <a:noFill/>
          <a:ln w="9525">
            <a:solidFill>
              <a:srgbClr val="000000"/>
            </a:solidFill>
            <a:miter lim="800000"/>
            <a:headEnd/>
            <a:tailEnd/>
          </a:ln>
        </p:spPr>
      </p:sp>
      <p:sp>
        <p:nvSpPr>
          <p:cNvPr id="17413" name="Rectangle 5"/>
          <p:cNvSpPr>
            <a:spLocks noGrp="1" noChangeArrowheads="1"/>
          </p:cNvSpPr>
          <p:nvPr>
            <p:ph type="body" sz="quarter" idx="3"/>
          </p:nvPr>
        </p:nvSpPr>
        <p:spPr bwMode="auto">
          <a:xfrm>
            <a:off x="679450" y="4704418"/>
            <a:ext cx="5435600" cy="4458943"/>
          </a:xfrm>
          <a:prstGeom prst="rect">
            <a:avLst/>
          </a:prstGeom>
          <a:noFill/>
          <a:ln w="9525">
            <a:noFill/>
            <a:miter lim="800000"/>
            <a:headEnd/>
            <a:tailEnd/>
          </a:ln>
          <a:effectLst/>
        </p:spPr>
        <p:txBody>
          <a:bodyPr vert="horz" wrap="square" lIns="92594" tIns="46296" rIns="92594" bIns="4629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9408836"/>
            <a:ext cx="2944799" cy="495611"/>
          </a:xfrm>
          <a:prstGeom prst="rect">
            <a:avLst/>
          </a:prstGeom>
          <a:noFill/>
          <a:ln w="9525">
            <a:noFill/>
            <a:miter lim="800000"/>
            <a:headEnd/>
            <a:tailEnd/>
          </a:ln>
          <a:effectLst/>
        </p:spPr>
        <p:txBody>
          <a:bodyPr vert="horz" wrap="square" lIns="92594" tIns="46296" rIns="92594" bIns="46296" numCol="1" anchor="b" anchorCtr="0" compatLnSpc="1">
            <a:prstTxWarp prst="textNoShape">
              <a:avLst/>
            </a:prstTxWarp>
          </a:bodyPr>
          <a:lstStyle>
            <a:lvl1pPr defTabSz="925182">
              <a:defRPr sz="1200" smtClean="0"/>
            </a:lvl1pPr>
          </a:lstStyle>
          <a:p>
            <a:pPr>
              <a:defRPr/>
            </a:pPr>
            <a:endParaRPr lang="en-US" dirty="0"/>
          </a:p>
        </p:txBody>
      </p:sp>
      <p:sp>
        <p:nvSpPr>
          <p:cNvPr id="17415" name="Rectangle 7"/>
          <p:cNvSpPr>
            <a:spLocks noGrp="1" noChangeArrowheads="1"/>
          </p:cNvSpPr>
          <p:nvPr>
            <p:ph type="sldNum" sz="quarter" idx="5"/>
          </p:nvPr>
        </p:nvSpPr>
        <p:spPr bwMode="auto">
          <a:xfrm>
            <a:off x="3848158" y="9408836"/>
            <a:ext cx="2944799" cy="495611"/>
          </a:xfrm>
          <a:prstGeom prst="rect">
            <a:avLst/>
          </a:prstGeom>
          <a:noFill/>
          <a:ln w="9525">
            <a:noFill/>
            <a:miter lim="800000"/>
            <a:headEnd/>
            <a:tailEnd/>
          </a:ln>
          <a:effectLst/>
        </p:spPr>
        <p:txBody>
          <a:bodyPr vert="horz" wrap="square" lIns="92594" tIns="46296" rIns="92594" bIns="46296" numCol="1" anchor="b" anchorCtr="0" compatLnSpc="1">
            <a:prstTxWarp prst="textNoShape">
              <a:avLst/>
            </a:prstTxWarp>
          </a:bodyPr>
          <a:lstStyle>
            <a:lvl1pPr algn="r" defTabSz="925182">
              <a:defRPr sz="1200" smtClean="0"/>
            </a:lvl1pPr>
          </a:lstStyle>
          <a:p>
            <a:pPr>
              <a:defRPr/>
            </a:pPr>
            <a:fld id="{56460A59-BFF2-49B0-B928-C19206FAC36C}" type="slidenum">
              <a:rPr lang="en-US"/>
              <a:pPr>
                <a:defRPr/>
              </a:pPr>
              <a:t>‹#›</a:t>
            </a:fld>
            <a:endParaRPr lang="en-US" dirty="0"/>
          </a:p>
        </p:txBody>
      </p:sp>
    </p:spTree>
    <p:extLst>
      <p:ext uri="{BB962C8B-B14F-4D97-AF65-F5344CB8AC3E}">
        <p14:creationId xmlns:p14="http://schemas.microsoft.com/office/powerpoint/2010/main" val="233679943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E" dirty="0"/>
          </a:p>
        </p:txBody>
      </p:sp>
      <p:sp>
        <p:nvSpPr>
          <p:cNvPr id="4" name="Slide Number Placeholder 3"/>
          <p:cNvSpPr>
            <a:spLocks noGrp="1"/>
          </p:cNvSpPr>
          <p:nvPr>
            <p:ph type="sldNum" sz="quarter" idx="10"/>
          </p:nvPr>
        </p:nvSpPr>
        <p:spPr/>
        <p:txBody>
          <a:bodyPr/>
          <a:lstStyle/>
          <a:p>
            <a:pPr>
              <a:defRPr/>
            </a:pPr>
            <a:fld id="{56460A59-BFF2-49B0-B928-C19206FAC36C}" type="slidenum">
              <a:rPr lang="en-US" smtClean="0"/>
              <a:pPr>
                <a:defRPr/>
              </a:pPr>
              <a:t>22</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E" dirty="0"/>
          </a:p>
        </p:txBody>
      </p:sp>
      <p:sp>
        <p:nvSpPr>
          <p:cNvPr id="4" name="Slide Number Placeholder 3"/>
          <p:cNvSpPr>
            <a:spLocks noGrp="1"/>
          </p:cNvSpPr>
          <p:nvPr>
            <p:ph type="sldNum" sz="quarter" idx="10"/>
          </p:nvPr>
        </p:nvSpPr>
        <p:spPr/>
        <p:txBody>
          <a:bodyPr/>
          <a:lstStyle/>
          <a:p>
            <a:pPr marL="0" marR="0" lvl="0" indent="0" algn="r" defTabSz="925182" rtl="0" eaLnBrk="1" fontAlgn="base" latinLnBrk="0" hangingPunct="1">
              <a:lnSpc>
                <a:spcPct val="100000"/>
              </a:lnSpc>
              <a:spcBef>
                <a:spcPct val="0"/>
              </a:spcBef>
              <a:spcAft>
                <a:spcPct val="0"/>
              </a:spcAft>
              <a:buClrTx/>
              <a:buSzTx/>
              <a:buFontTx/>
              <a:buNone/>
              <a:tabLst/>
              <a:defRPr/>
            </a:pPr>
            <a:fld id="{56460A59-BFF2-49B0-B928-C19206FAC36C}"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25182" rtl="0" eaLnBrk="1" fontAlgn="base" latinLnBrk="0" hangingPunct="1">
                <a:lnSpc>
                  <a:spcPct val="100000"/>
                </a:lnSpc>
                <a:spcBef>
                  <a:spcPct val="0"/>
                </a:spcBef>
                <a:spcAft>
                  <a:spcPct val="0"/>
                </a:spcAft>
                <a:buClrTx/>
                <a:buSzTx/>
                <a:buFontTx/>
                <a:buNone/>
                <a:tabLst/>
                <a:defRPr/>
              </a:pPr>
              <a:t>39</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486959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9144" y="6053328"/>
            <a:ext cx="2249424" cy="713232"/>
          </a:xfrm>
          <a:prstGeom prst="rect">
            <a:avLst/>
          </a:prstGeom>
          <a:solidFill>
            <a:schemeClr val="tx2">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lstStyle/>
          <a:p>
            <a:pPr algn="ctr" eaLnBrk="1" latinLnBrk="0" hangingPunct="1"/>
            <a:endParaRPr kumimoji="0" lang="en-US" dirty="0"/>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pPr>
              <a:defRPr/>
            </a:pPr>
            <a:fld id="{5F67C853-57FE-4939-9628-185A638C34D2}" type="datetime1">
              <a:rPr lang="en-IE" altLang="en-US" smtClean="0"/>
              <a:pPr>
                <a:defRPr/>
              </a:pPr>
              <a:t>09/09/2026</a:t>
            </a:fld>
            <a:endParaRPr lang="en-US" altLang="en-US"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pPr>
              <a:defRPr/>
            </a:pPr>
            <a:endParaRPr lang="en-US" altLang="en-US" dirty="0"/>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2598AF47-F08A-4DCA-93EF-939EDDD12EFD}" type="slidenum">
              <a:rPr lang="en-US" altLang="en-US" smtClean="0"/>
              <a:pPr>
                <a:defRPr/>
              </a:pPr>
              <a:t>‹#›</a:t>
            </a:fld>
            <a:endParaRPr lang="en-US"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a:defRPr/>
            </a:pPr>
            <a:fld id="{BB4D8614-AB12-4A7E-BF61-1147A919501C}" type="datetime1">
              <a:rPr lang="en-IE" altLang="en-US" smtClean="0"/>
              <a:pPr>
                <a:defRPr/>
              </a:pPr>
              <a:t>09/09/2026</a:t>
            </a:fld>
            <a:endParaRPr lang="en-US" altLang="en-US" dirty="0"/>
          </a:p>
        </p:txBody>
      </p:sp>
      <p:sp>
        <p:nvSpPr>
          <p:cNvPr id="5" name="Footer Placeholder 4"/>
          <p:cNvSpPr>
            <a:spLocks noGrp="1"/>
          </p:cNvSpPr>
          <p:nvPr>
            <p:ph type="ftr" sz="quarter" idx="11"/>
          </p:nvPr>
        </p:nvSpPr>
        <p:spPr/>
        <p:txBody>
          <a:bodyPr/>
          <a:lstStyle/>
          <a:p>
            <a:pPr>
              <a:defRPr/>
            </a:pPr>
            <a:endParaRPr lang="en-US" alt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pPr>
              <a:defRPr/>
            </a:pPr>
            <a:fld id="{73F4E989-F763-4004-9F33-B18218F0D50C}" type="slidenum">
              <a:rPr lang="en-US" altLang="en-US" smtClean="0"/>
              <a:pPr>
                <a:defRPr/>
              </a:pPr>
              <a:t>‹#›</a:t>
            </a:fld>
            <a:endParaRPr lang="en-US" altLang="en-US" dirty="0"/>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pPr>
              <a:defRPr/>
            </a:pPr>
            <a:fld id="{86C433DB-BCFC-4310-9F7F-1C8F3AD45479}" type="datetime1">
              <a:rPr lang="en-IE" altLang="en-US" smtClean="0"/>
              <a:pPr>
                <a:defRPr/>
              </a:pPr>
              <a:t>09/09/2026</a:t>
            </a:fld>
            <a:endParaRPr lang="en-US" altLang="en-US"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pPr>
              <a:defRPr/>
            </a:pPr>
            <a:fld id="{70A91BB6-497B-4839-967A-EA6D9914CFA7}" type="slidenum">
              <a:rPr lang="en-US" altLang="en-US" smtClean="0"/>
              <a:pPr>
                <a:defRPr/>
              </a:pPr>
              <a:t>‹#›</a:t>
            </a:fld>
            <a:endParaRPr lang="en-US" altLang="en-US" dirty="0"/>
          </a:p>
        </p:txBody>
      </p:sp>
      <p:sp>
        <p:nvSpPr>
          <p:cNvPr id="14" name="Footer Placeholder 13"/>
          <p:cNvSpPr>
            <a:spLocks noGrp="1"/>
          </p:cNvSpPr>
          <p:nvPr>
            <p:ph type="ftr" sz="quarter" idx="12"/>
          </p:nvPr>
        </p:nvSpPr>
        <p:spPr/>
        <p:txBody>
          <a:bodyPr/>
          <a:lstStyle/>
          <a:p>
            <a:pPr>
              <a:defRPr/>
            </a:pPr>
            <a:endParaRPr lang="en-US"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pPr>
              <a:defRPr/>
            </a:pPr>
            <a:fld id="{4311D215-BA9E-4C20-90A9-31022DC4831D}" type="datetime1">
              <a:rPr lang="en-IE" altLang="en-US" smtClean="0"/>
              <a:pPr>
                <a:defRPr/>
              </a:pPr>
              <a:t>09/09/2026</a:t>
            </a:fld>
            <a:endParaRPr lang="en-US" altLang="en-US" dirty="0"/>
          </a:p>
        </p:txBody>
      </p:sp>
      <p:sp>
        <p:nvSpPr>
          <p:cNvPr id="10" name="Slide Number Placeholder 9"/>
          <p:cNvSpPr>
            <a:spLocks noGrp="1"/>
          </p:cNvSpPr>
          <p:nvPr>
            <p:ph type="sldNum" sz="quarter" idx="16"/>
          </p:nvPr>
        </p:nvSpPr>
        <p:spPr/>
        <p:txBody>
          <a:bodyPr rtlCol="0"/>
          <a:lstStyle/>
          <a:p>
            <a:pPr>
              <a:defRPr/>
            </a:pPr>
            <a:fld id="{0648E497-A616-4859-A0DF-4BA5CABE57EB}" type="slidenum">
              <a:rPr lang="en-US" altLang="en-US" smtClean="0"/>
              <a:pPr>
                <a:defRPr/>
              </a:pPr>
              <a:t>‹#›</a:t>
            </a:fld>
            <a:endParaRPr lang="en-US" altLang="en-US" dirty="0"/>
          </a:p>
        </p:txBody>
      </p:sp>
      <p:sp>
        <p:nvSpPr>
          <p:cNvPr id="12" name="Footer Placeholder 11"/>
          <p:cNvSpPr>
            <a:spLocks noGrp="1"/>
          </p:cNvSpPr>
          <p:nvPr>
            <p:ph type="ftr" sz="quarter" idx="17"/>
          </p:nvPr>
        </p:nvSpPr>
        <p:spPr/>
        <p:txBody>
          <a:bodyPr rtlCol="0"/>
          <a:lstStyle/>
          <a:p>
            <a:pPr>
              <a:defRPr/>
            </a:pPr>
            <a:endParaRPr lang="en-US"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pPr>
              <a:defRPr/>
            </a:pPr>
            <a:fld id="{6216A2F4-1D3E-454D-B115-F51396D0BEBB}" type="datetime1">
              <a:rPr lang="en-IE" altLang="en-US" smtClean="0"/>
              <a:pPr>
                <a:defRPr/>
              </a:pPr>
              <a:t>09/09/2026</a:t>
            </a:fld>
            <a:endParaRPr lang="en-US" altLang="en-US" dirty="0"/>
          </a:p>
        </p:txBody>
      </p:sp>
      <p:sp>
        <p:nvSpPr>
          <p:cNvPr id="12" name="Slide Number Placeholder 11"/>
          <p:cNvSpPr>
            <a:spLocks noGrp="1"/>
          </p:cNvSpPr>
          <p:nvPr>
            <p:ph type="sldNum" sz="quarter" idx="16"/>
          </p:nvPr>
        </p:nvSpPr>
        <p:spPr/>
        <p:txBody>
          <a:bodyPr rtlCol="0"/>
          <a:lstStyle/>
          <a:p>
            <a:pPr>
              <a:defRPr/>
            </a:pPr>
            <a:fld id="{B94DC2D9-30B9-4049-9B86-2532513D9AF0}" type="slidenum">
              <a:rPr lang="en-US" altLang="en-US" smtClean="0"/>
              <a:pPr>
                <a:defRPr/>
              </a:pPr>
              <a:t>‹#›</a:t>
            </a:fld>
            <a:endParaRPr lang="en-US" altLang="en-US" dirty="0"/>
          </a:p>
        </p:txBody>
      </p:sp>
      <p:sp>
        <p:nvSpPr>
          <p:cNvPr id="14" name="Footer Placeholder 13"/>
          <p:cNvSpPr>
            <a:spLocks noGrp="1"/>
          </p:cNvSpPr>
          <p:nvPr>
            <p:ph type="ftr" sz="quarter" idx="17"/>
          </p:nvPr>
        </p:nvSpPr>
        <p:spPr/>
        <p:txBody>
          <a:bodyPr rtlCol="0"/>
          <a:lstStyle/>
          <a:p>
            <a:pPr>
              <a:defRPr/>
            </a:pPr>
            <a:endParaRPr lang="en-US" altLang="en-US"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fld id="{5A744151-BB17-467B-B51D-7BFA18DA24BA}" type="datetime1">
              <a:rPr lang="en-IE" altLang="en-US" smtClean="0"/>
              <a:pPr>
                <a:defRPr/>
              </a:pPr>
              <a:t>09/09/2026</a:t>
            </a:fld>
            <a:endParaRPr lang="en-US" altLang="en-US" dirty="0"/>
          </a:p>
        </p:txBody>
      </p:sp>
      <p:sp>
        <p:nvSpPr>
          <p:cNvPr id="4" name="Footer Placeholder 3"/>
          <p:cNvSpPr>
            <a:spLocks noGrp="1"/>
          </p:cNvSpPr>
          <p:nvPr>
            <p:ph type="ftr" sz="quarter" idx="11"/>
          </p:nvPr>
        </p:nvSpPr>
        <p:spPr/>
        <p:txBody>
          <a:bodyPr/>
          <a:lstStyle/>
          <a:p>
            <a:pPr>
              <a:defRPr/>
            </a:pPr>
            <a:endParaRPr lang="en-US" altLang="en-US"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pPr>
              <a:defRPr/>
            </a:pPr>
            <a:fld id="{BCF1C200-D0F8-4752-AD82-D25E5C4A5655}" type="slidenum">
              <a:rPr lang="en-US" altLang="en-US" smtClean="0"/>
              <a:pPr>
                <a:defRPr/>
              </a:pPr>
              <a:t>‹#›</a:t>
            </a:fld>
            <a:endParaRPr lang="en-US"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07A9376-35A6-4B81-B949-DEB2AA0DF648}" type="datetime1">
              <a:rPr lang="en-IE" altLang="en-US" smtClean="0"/>
              <a:pPr>
                <a:defRPr/>
              </a:pPr>
              <a:t>09/09/2026</a:t>
            </a:fld>
            <a:endParaRPr lang="en-US" altLang="en-US" dirty="0"/>
          </a:p>
        </p:txBody>
      </p:sp>
      <p:sp>
        <p:nvSpPr>
          <p:cNvPr id="3" name="Footer Placeholder 2"/>
          <p:cNvSpPr>
            <a:spLocks noGrp="1"/>
          </p:cNvSpPr>
          <p:nvPr>
            <p:ph type="ftr" sz="quarter" idx="11"/>
          </p:nvPr>
        </p:nvSpPr>
        <p:spPr/>
        <p:txBody>
          <a:bodyPr/>
          <a:lstStyle/>
          <a:p>
            <a:pPr>
              <a:defRPr/>
            </a:pPr>
            <a:endParaRPr lang="en-US" alt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F998C907-BED7-4BEF-86D0-11B8F47E0544}" type="slidenum">
              <a:rPr lang="en-US" altLang="en-US" smtClean="0"/>
              <a:pPr>
                <a:defRPr/>
              </a:pPr>
              <a:t>‹#›</a:t>
            </a:fld>
            <a:endParaRPr lang="en-US"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pPr>
              <a:defRPr/>
            </a:pPr>
            <a:fld id="{E1A730E3-A19B-4751-927C-7ABF6B086EFF}" type="datetime1">
              <a:rPr lang="en-IE" altLang="en-US" smtClean="0"/>
              <a:pPr>
                <a:defRPr/>
              </a:pPr>
              <a:t>09/09/2026</a:t>
            </a:fld>
            <a:endParaRPr lang="en-US" altLang="en-US" dirty="0"/>
          </a:p>
        </p:txBody>
      </p:sp>
      <p:sp>
        <p:nvSpPr>
          <p:cNvPr id="6" name="Footer Placeholder 5"/>
          <p:cNvSpPr>
            <a:spLocks noGrp="1"/>
          </p:cNvSpPr>
          <p:nvPr>
            <p:ph type="ftr" sz="quarter" idx="11"/>
          </p:nvPr>
        </p:nvSpPr>
        <p:spPr/>
        <p:txBody>
          <a:bodyPr/>
          <a:lstStyle/>
          <a:p>
            <a:pPr>
              <a:defRPr/>
            </a:pPr>
            <a:endParaRPr lang="en-US" alt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pPr>
              <a:defRPr/>
            </a:pPr>
            <a:fld id="{717E0547-DAE4-49F5-A8FA-DAE668C78A4A}" type="slidenum">
              <a:rPr lang="en-US" altLang="en-US" smtClean="0"/>
              <a:pPr>
                <a:defRPr/>
              </a:pPr>
              <a:t>‹#›</a:t>
            </a:fld>
            <a:endParaRPr lang="en-US" altLang="en-US"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Date Placeholder 11"/>
          <p:cNvSpPr>
            <a:spLocks noGrp="1"/>
          </p:cNvSpPr>
          <p:nvPr>
            <p:ph type="dt" sz="half" idx="10"/>
          </p:nvPr>
        </p:nvSpPr>
        <p:spPr>
          <a:xfrm>
            <a:off x="6248400" y="6248400"/>
            <a:ext cx="2667000" cy="365125"/>
          </a:xfrm>
        </p:spPr>
        <p:txBody>
          <a:bodyPr rtlCol="0"/>
          <a:lstStyle/>
          <a:p>
            <a:pPr>
              <a:defRPr/>
            </a:pPr>
            <a:fld id="{482A34AC-81F9-4F73-9A41-8235A23DA3FE}" type="datetime1">
              <a:rPr lang="en-IE" altLang="en-US" smtClean="0"/>
              <a:pPr>
                <a:defRPr/>
              </a:pPr>
              <a:t>09/09/2026</a:t>
            </a:fld>
            <a:endParaRPr lang="en-US" altLang="en-US" dirty="0"/>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pPr>
              <a:defRPr/>
            </a:pPr>
            <a:fld id="{A7F3C2ED-DD26-476B-ABDC-43132E82FD69}" type="slidenum">
              <a:rPr lang="en-US" altLang="en-US" smtClean="0"/>
              <a:pPr>
                <a:defRPr/>
              </a:pPr>
              <a:t>‹#›</a:t>
            </a:fld>
            <a:endParaRPr lang="en-US" altLang="en-US" dirty="0"/>
          </a:p>
        </p:txBody>
      </p:sp>
      <p:sp>
        <p:nvSpPr>
          <p:cNvPr id="14" name="Footer Placeholder 13"/>
          <p:cNvSpPr>
            <a:spLocks noGrp="1"/>
          </p:cNvSpPr>
          <p:nvPr>
            <p:ph type="ftr" sz="quarter" idx="12"/>
          </p:nvPr>
        </p:nvSpPr>
        <p:spPr>
          <a:xfrm>
            <a:off x="1600200" y="6248206"/>
            <a:ext cx="4572000" cy="365125"/>
          </a:xfrm>
        </p:spPr>
        <p:txBody>
          <a:bodyPr rtlCol="0"/>
          <a:lstStyle/>
          <a:p>
            <a:pPr>
              <a:defRPr/>
            </a:pPr>
            <a:endParaRPr lang="en-US" alt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dirty="0"/>
              <a:t>Click icon to add picture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95E3DF63-345C-431A-8338-31C211883CF1}" type="datetime1">
              <a:rPr lang="en-IE" altLang="en-US" smtClean="0"/>
              <a:pPr>
                <a:defRPr/>
              </a:pPr>
              <a:t>09/09/2026</a:t>
            </a:fld>
            <a:endParaRPr lang="en-US" altLang="en-US" dirty="0"/>
          </a:p>
        </p:txBody>
      </p:sp>
      <p:sp>
        <p:nvSpPr>
          <p:cNvPr id="5" name="Footer Placeholder 4"/>
          <p:cNvSpPr>
            <a:spLocks noGrp="1"/>
          </p:cNvSpPr>
          <p:nvPr>
            <p:ph type="ftr" sz="quarter" idx="11"/>
          </p:nvPr>
        </p:nvSpPr>
        <p:spPr/>
        <p:txBody>
          <a:bodyPr/>
          <a:lstStyle/>
          <a:p>
            <a:pPr>
              <a:defRPr/>
            </a:pPr>
            <a:endParaRPr lang="en-US" altLang="en-US" dirty="0"/>
          </a:p>
        </p:txBody>
      </p:sp>
      <p:sp>
        <p:nvSpPr>
          <p:cNvPr id="6" name="Slide Number Placeholder 5"/>
          <p:cNvSpPr>
            <a:spLocks noGrp="1"/>
          </p:cNvSpPr>
          <p:nvPr>
            <p:ph type="sldNum" sz="quarter" idx="12"/>
          </p:nvPr>
        </p:nvSpPr>
        <p:spPr/>
        <p:txBody>
          <a:bodyPr/>
          <a:lstStyle/>
          <a:p>
            <a:pPr>
              <a:defRPr/>
            </a:pPr>
            <a:fld id="{09D8D015-45C9-4A2B-B88A-F38A471C24B3}" type="slidenum">
              <a:rPr lang="en-US" altLang="en-US" smtClean="0"/>
              <a:pPr>
                <a:defRPr/>
              </a:pPr>
              <a:t>‹#›</a:t>
            </a:fld>
            <a:endParaRPr lang="en-US"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pPr>
              <a:defRPr/>
            </a:pPr>
            <a:fld id="{069A3530-A611-4295-8D44-41F8AFAC014D}" type="datetime1">
              <a:rPr lang="en-IE" altLang="en-US" smtClean="0"/>
              <a:pPr>
                <a:defRPr/>
              </a:pPr>
              <a:t>09/09/2026</a:t>
            </a:fld>
            <a:endParaRPr lang="en-US" altLang="en-US" dirty="0"/>
          </a:p>
        </p:txBody>
      </p:sp>
      <p:sp>
        <p:nvSpPr>
          <p:cNvPr id="5" name="Footer Placeholder 4"/>
          <p:cNvSpPr>
            <a:spLocks noGrp="1"/>
          </p:cNvSpPr>
          <p:nvPr>
            <p:ph type="ftr" sz="quarter" idx="11"/>
          </p:nvPr>
        </p:nvSpPr>
        <p:spPr>
          <a:xfrm>
            <a:off x="457201" y="6248207"/>
            <a:ext cx="5573483" cy="365125"/>
          </a:xfrm>
        </p:spPr>
        <p:txBody>
          <a:bodyPr/>
          <a:lstStyle/>
          <a:p>
            <a:pPr>
              <a:defRPr/>
            </a:pPr>
            <a:endParaRPr lang="en-US" alt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6" name="Slide Number Placeholder 5"/>
          <p:cNvSpPr>
            <a:spLocks noGrp="1"/>
          </p:cNvSpPr>
          <p:nvPr>
            <p:ph type="sldNum" sz="quarter" idx="12"/>
          </p:nvPr>
        </p:nvSpPr>
        <p:spPr>
          <a:xfrm rot="5400000">
            <a:off x="5989638" y="144462"/>
            <a:ext cx="533400" cy="244476"/>
          </a:xfrm>
        </p:spPr>
        <p:txBody>
          <a:bodyPr/>
          <a:lstStyle/>
          <a:p>
            <a:pPr>
              <a:defRPr/>
            </a:pPr>
            <a:fld id="{14330123-D32A-4C19-864A-C31EED3A9E64}" type="slidenum">
              <a:rPr lang="en-US" altLang="en-US" smtClean="0"/>
              <a:pPr>
                <a:defRPr/>
              </a:pPr>
              <a:t>‹#›</a:t>
            </a:fld>
            <a:endParaRPr lang="en-US"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B72F0-795F-DC49-8A85-915BF0F265CA}"/>
              </a:ext>
            </a:extLst>
          </p:cNvPr>
          <p:cNvSpPr>
            <a:spLocks noGrp="1"/>
          </p:cNvSpPr>
          <p:nvPr>
            <p:ph type="ctrTitle"/>
          </p:nvPr>
        </p:nvSpPr>
        <p:spPr>
          <a:xfrm>
            <a:off x="485953" y="5249620"/>
            <a:ext cx="5669446" cy="537713"/>
          </a:xfrm>
        </p:spPr>
        <p:txBody>
          <a:bodyPr anchor="t">
            <a:normAutofit/>
          </a:bodyPr>
          <a:lstStyle>
            <a:lvl1pPr algn="l">
              <a:defRPr sz="253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E1192D-1B69-A648-85CB-F16FFBDED5C7}"/>
              </a:ext>
            </a:extLst>
          </p:cNvPr>
          <p:cNvSpPr>
            <a:spLocks noGrp="1"/>
          </p:cNvSpPr>
          <p:nvPr>
            <p:ph type="subTitle" idx="1"/>
          </p:nvPr>
        </p:nvSpPr>
        <p:spPr>
          <a:xfrm>
            <a:off x="485953" y="5787333"/>
            <a:ext cx="5669446" cy="537713"/>
          </a:xfrm>
        </p:spPr>
        <p:txBody>
          <a:bodyPr anchor="t">
            <a:normAutofit/>
          </a:bodyPr>
          <a:lstStyle>
            <a:lvl1pPr marL="0" indent="0" algn="l">
              <a:buNone/>
              <a:defRPr sz="1968">
                <a:solidFill>
                  <a:srgbClr val="00A956"/>
                </a:solidFill>
                <a:latin typeface="Georgia" panose="02040502050405020303" pitchFamily="18" charset="0"/>
              </a:defRPr>
            </a:lvl1pPr>
            <a:lvl2pPr marL="342879" indent="0" algn="ctr">
              <a:buNone/>
              <a:defRPr sz="1500"/>
            </a:lvl2pPr>
            <a:lvl3pPr marL="685758" indent="0" algn="ctr">
              <a:buNone/>
              <a:defRPr sz="1350"/>
            </a:lvl3pPr>
            <a:lvl4pPr marL="1028637" indent="0" algn="ctr">
              <a:buNone/>
              <a:defRPr sz="1200"/>
            </a:lvl4pPr>
            <a:lvl5pPr marL="1371516" indent="0" algn="ctr">
              <a:buNone/>
              <a:defRPr sz="1200"/>
            </a:lvl5pPr>
            <a:lvl6pPr marL="1714395" indent="0" algn="ctr">
              <a:buNone/>
              <a:defRPr sz="1200"/>
            </a:lvl6pPr>
            <a:lvl7pPr marL="2057274" indent="0" algn="ctr">
              <a:buNone/>
              <a:defRPr sz="1200"/>
            </a:lvl7pPr>
            <a:lvl8pPr marL="2400153" indent="0" algn="ctr">
              <a:buNone/>
              <a:defRPr sz="1200"/>
            </a:lvl8pPr>
            <a:lvl9pPr marL="2743033"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7685025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683AE-721B-8E45-86D0-EDEFBB6DA657}"/>
              </a:ext>
            </a:extLst>
          </p:cNvPr>
          <p:cNvSpPr>
            <a:spLocks noGrp="1"/>
          </p:cNvSpPr>
          <p:nvPr>
            <p:ph type="title"/>
          </p:nvPr>
        </p:nvSpPr>
        <p:spPr>
          <a:xfrm>
            <a:off x="485952" y="2527595"/>
            <a:ext cx="6074407" cy="454274"/>
          </a:xfrm>
        </p:spPr>
        <p:txBody>
          <a:bodyPr anchor="t"/>
          <a:lstStyle>
            <a:lvl1pPr>
              <a:defRPr sz="2531"/>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1279186-9A63-804D-B992-7A2615733B23}"/>
              </a:ext>
            </a:extLst>
          </p:cNvPr>
          <p:cNvSpPr>
            <a:spLocks noGrp="1"/>
          </p:cNvSpPr>
          <p:nvPr>
            <p:ph type="body" idx="1"/>
          </p:nvPr>
        </p:nvSpPr>
        <p:spPr>
          <a:xfrm>
            <a:off x="485952" y="2981869"/>
            <a:ext cx="6074407" cy="447131"/>
          </a:xfrm>
        </p:spPr>
        <p:txBody>
          <a:bodyPr anchor="t"/>
          <a:lstStyle>
            <a:lvl1pPr marL="0" indent="0">
              <a:buNone/>
              <a:defRPr sz="1687">
                <a:solidFill>
                  <a:srgbClr val="005336"/>
                </a:solidFill>
              </a:defRPr>
            </a:lvl1pPr>
            <a:lvl2pPr marL="342879" indent="0">
              <a:buNone/>
              <a:defRPr sz="1500">
                <a:solidFill>
                  <a:schemeClr val="tx1">
                    <a:tint val="75000"/>
                  </a:schemeClr>
                </a:solidFill>
              </a:defRPr>
            </a:lvl2pPr>
            <a:lvl3pPr marL="685758" indent="0">
              <a:buNone/>
              <a:defRPr sz="1350">
                <a:solidFill>
                  <a:schemeClr val="tx1">
                    <a:tint val="75000"/>
                  </a:schemeClr>
                </a:solidFill>
              </a:defRPr>
            </a:lvl3pPr>
            <a:lvl4pPr marL="1028637" indent="0">
              <a:buNone/>
              <a:defRPr sz="1200">
                <a:solidFill>
                  <a:schemeClr val="tx1">
                    <a:tint val="75000"/>
                  </a:schemeClr>
                </a:solidFill>
              </a:defRPr>
            </a:lvl4pPr>
            <a:lvl5pPr marL="1371516" indent="0">
              <a:buNone/>
              <a:defRPr sz="1200">
                <a:solidFill>
                  <a:schemeClr val="tx1">
                    <a:tint val="75000"/>
                  </a:schemeClr>
                </a:solidFill>
              </a:defRPr>
            </a:lvl5pPr>
            <a:lvl6pPr marL="1714395" indent="0">
              <a:buNone/>
              <a:defRPr sz="1200">
                <a:solidFill>
                  <a:schemeClr val="tx1">
                    <a:tint val="75000"/>
                  </a:schemeClr>
                </a:solidFill>
              </a:defRPr>
            </a:lvl6pPr>
            <a:lvl7pPr marL="2057274" indent="0">
              <a:buNone/>
              <a:defRPr sz="1200">
                <a:solidFill>
                  <a:schemeClr val="tx1">
                    <a:tint val="75000"/>
                  </a:schemeClr>
                </a:solidFill>
              </a:defRPr>
            </a:lvl7pPr>
            <a:lvl8pPr marL="2400153" indent="0">
              <a:buNone/>
              <a:defRPr sz="1200">
                <a:solidFill>
                  <a:schemeClr val="tx1">
                    <a:tint val="75000"/>
                  </a:schemeClr>
                </a:solidFill>
              </a:defRPr>
            </a:lvl8pPr>
            <a:lvl9pPr marL="2743033"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E03FE8-725B-C542-9752-0F0519FD700C}"/>
              </a:ext>
            </a:extLst>
          </p:cNvPr>
          <p:cNvSpPr>
            <a:spLocks noGrp="1"/>
          </p:cNvSpPr>
          <p:nvPr>
            <p:ph type="dt" sz="half" idx="10"/>
          </p:nvPr>
        </p:nvSpPr>
        <p:spPr/>
        <p:txBody>
          <a:bodyPr/>
          <a:lstStyle>
            <a:lvl1pPr>
              <a:defRPr>
                <a:solidFill>
                  <a:srgbClr val="00A956"/>
                </a:solidFill>
              </a:defRPr>
            </a:lvl1pPr>
          </a:lstStyle>
          <a:p>
            <a:endParaRPr lang="en-US" dirty="0"/>
          </a:p>
        </p:txBody>
      </p:sp>
      <p:sp>
        <p:nvSpPr>
          <p:cNvPr id="8" name="Picture Placeholder 7">
            <a:extLst>
              <a:ext uri="{FF2B5EF4-FFF2-40B4-BE49-F238E27FC236}">
                <a16:creationId xmlns:a16="http://schemas.microsoft.com/office/drawing/2014/main" id="{A262716B-0319-2E48-8A4F-A486A8CCA025}"/>
              </a:ext>
            </a:extLst>
          </p:cNvPr>
          <p:cNvSpPr>
            <a:spLocks noGrp="1"/>
          </p:cNvSpPr>
          <p:nvPr>
            <p:ph type="pic" sz="quarter" idx="11"/>
          </p:nvPr>
        </p:nvSpPr>
        <p:spPr>
          <a:xfrm>
            <a:off x="1903314" y="3645569"/>
            <a:ext cx="1336369" cy="510380"/>
          </a:xfrm>
        </p:spPr>
        <p:txBody>
          <a:bodyPr/>
          <a:lstStyle>
            <a:lvl1pPr marL="0" indent="0">
              <a:buNone/>
              <a:defRPr/>
            </a:lvl1pPr>
          </a:lstStyle>
          <a:p>
            <a:r>
              <a:rPr lang="en-US" dirty="0"/>
              <a:t>Click icon to add picture</a:t>
            </a:r>
          </a:p>
        </p:txBody>
      </p:sp>
      <p:pic>
        <p:nvPicPr>
          <p:cNvPr id="10" name="Picture 9">
            <a:extLst>
              <a:ext uri="{FF2B5EF4-FFF2-40B4-BE49-F238E27FC236}">
                <a16:creationId xmlns:a16="http://schemas.microsoft.com/office/drawing/2014/main" id="{B704787F-D361-3E40-984A-D6B2F134C97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485953" y="3402531"/>
            <a:ext cx="1336369" cy="1002532"/>
          </a:xfrm>
          <a:prstGeom prst="rect">
            <a:avLst/>
          </a:prstGeom>
        </p:spPr>
      </p:pic>
    </p:spTree>
    <p:extLst>
      <p:ext uri="{BB962C8B-B14F-4D97-AF65-F5344CB8AC3E}">
        <p14:creationId xmlns:p14="http://schemas.microsoft.com/office/powerpoint/2010/main" val="18013364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D57A8-4F44-A743-9523-4F882D6B3E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FF2297-C797-C746-BFFC-71DBB90706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BC500-FEB0-E34F-8384-75379BA5205D}"/>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29A23037-7A0A-9643-8F64-D23E831E56A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3CD8BA-88AE-0D4A-A7D5-B98698AD4567}"/>
              </a:ext>
            </a:extLst>
          </p:cNvPr>
          <p:cNvSpPr>
            <a:spLocks noGrp="1"/>
          </p:cNvSpPr>
          <p:nvPr>
            <p:ph type="sldNum" sz="quarter" idx="12"/>
          </p:nvPr>
        </p:nvSpPr>
        <p:spPr/>
        <p:txBody>
          <a:bodyPr/>
          <a:lstStyle/>
          <a:p>
            <a:fld id="{78BCC47E-4B7D-1647-9F80-3037E352F95F}" type="slidenum">
              <a:rPr lang="en-US" smtClean="0"/>
              <a:t>‹#›</a:t>
            </a:fld>
            <a:endParaRPr lang="en-US" dirty="0"/>
          </a:p>
        </p:txBody>
      </p:sp>
    </p:spTree>
    <p:extLst>
      <p:ext uri="{BB962C8B-B14F-4D97-AF65-F5344CB8AC3E}">
        <p14:creationId xmlns:p14="http://schemas.microsoft.com/office/powerpoint/2010/main" val="6748470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amp;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661D3-730A-F844-A2DE-9B4F97F8A068}"/>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B63EF49-F03E-114E-B38A-058193C2BD8E}"/>
              </a:ext>
            </a:extLst>
          </p:cNvPr>
          <p:cNvSpPr>
            <a:spLocks noGrp="1"/>
          </p:cNvSpPr>
          <p:nvPr>
            <p:ph sz="half" idx="1"/>
          </p:nvPr>
        </p:nvSpPr>
        <p:spPr>
          <a:xfrm>
            <a:off x="485953" y="1628355"/>
            <a:ext cx="3886200" cy="1204687"/>
          </a:xfrm>
        </p:spPr>
        <p:txBody>
          <a:bodyPr/>
          <a:lstStyle>
            <a:lvl1pPr marL="0" indent="0">
              <a:lnSpc>
                <a:spcPct val="100000"/>
              </a:lnSpc>
              <a:buNone/>
              <a:defRPr b="1"/>
            </a:lvl1pPr>
            <a:lvl2pPr marL="342879" indent="0">
              <a:buNone/>
              <a:defRPr/>
            </a:lvl2pPr>
            <a:lvl3pPr marL="685759" indent="0">
              <a:buNone/>
              <a:defRPr/>
            </a:lvl3pPr>
            <a:lvl4pPr marL="1028637" indent="0">
              <a:buNone/>
              <a:defRPr/>
            </a:lvl4pPr>
            <a:lvl5pPr marL="1371516" indent="0">
              <a:buNone/>
              <a:defRPr/>
            </a:lvl5pPr>
          </a:lstStyle>
          <a:p>
            <a:pPr lvl="0"/>
            <a:r>
              <a:rPr lang="en-US"/>
              <a:t>Click to edit Master text styles</a:t>
            </a:r>
          </a:p>
        </p:txBody>
      </p:sp>
      <p:sp>
        <p:nvSpPr>
          <p:cNvPr id="4" name="Content Placeholder 3">
            <a:extLst>
              <a:ext uri="{FF2B5EF4-FFF2-40B4-BE49-F238E27FC236}">
                <a16:creationId xmlns:a16="http://schemas.microsoft.com/office/drawing/2014/main" id="{B238C761-09FD-F940-A379-C15FF3112D08}"/>
              </a:ext>
            </a:extLst>
          </p:cNvPr>
          <p:cNvSpPr>
            <a:spLocks noGrp="1"/>
          </p:cNvSpPr>
          <p:nvPr>
            <p:ph sz="half" idx="2"/>
          </p:nvPr>
        </p:nvSpPr>
        <p:spPr>
          <a:xfrm>
            <a:off x="4629150" y="1628354"/>
            <a:ext cx="3743503" cy="4351338"/>
          </a:xfrm>
        </p:spPr>
        <p:txBody>
          <a:bodyPr/>
          <a:lstStyle>
            <a:lvl1pPr>
              <a:lnSpc>
                <a:spcPts val="2418"/>
              </a:lnSpc>
              <a:defRPr sz="1406" b="1"/>
            </a:lvl1pPr>
            <a:lvl2pPr>
              <a:lnSpc>
                <a:spcPts val="2418"/>
              </a:lnSpc>
              <a:defRPr sz="1406" b="1"/>
            </a:lvl2pPr>
            <a:lvl3pPr>
              <a:lnSpc>
                <a:spcPts val="2418"/>
              </a:lnSpc>
              <a:defRPr sz="1406" b="1"/>
            </a:lvl3pPr>
            <a:lvl4pPr>
              <a:lnSpc>
                <a:spcPts val="2418"/>
              </a:lnSpc>
              <a:defRPr sz="1406" b="1"/>
            </a:lvl4pPr>
            <a:lvl5pPr>
              <a:lnSpc>
                <a:spcPts val="2418"/>
              </a:lnSpc>
              <a:defRPr sz="1406"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A582B8F-8DDB-EA48-8C5E-1872A88E9A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18E16B0F-AE69-BD45-95F8-32FB5910EAF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D192152-6566-5E4A-89B9-969A87DF8574}"/>
              </a:ext>
            </a:extLst>
          </p:cNvPr>
          <p:cNvSpPr>
            <a:spLocks noGrp="1"/>
          </p:cNvSpPr>
          <p:nvPr>
            <p:ph type="sldNum" sz="quarter" idx="12"/>
          </p:nvPr>
        </p:nvSpPr>
        <p:spPr/>
        <p:txBody>
          <a:bodyPr/>
          <a:lstStyle/>
          <a:p>
            <a:fld id="{78BCC47E-4B7D-1647-9F80-3037E352F95F}" type="slidenum">
              <a:rPr lang="en-US" smtClean="0"/>
              <a:t>‹#›</a:t>
            </a:fld>
            <a:endParaRPr lang="en-US" dirty="0"/>
          </a:p>
        </p:txBody>
      </p:sp>
      <p:sp>
        <p:nvSpPr>
          <p:cNvPr id="8" name="Content Placeholder 2">
            <a:extLst>
              <a:ext uri="{FF2B5EF4-FFF2-40B4-BE49-F238E27FC236}">
                <a16:creationId xmlns:a16="http://schemas.microsoft.com/office/drawing/2014/main" id="{F22E7E51-C183-8145-ABEB-A2DDF19FB9A7}"/>
              </a:ext>
            </a:extLst>
          </p:cNvPr>
          <p:cNvSpPr>
            <a:spLocks noGrp="1"/>
          </p:cNvSpPr>
          <p:nvPr>
            <p:ph sz="half" idx="13"/>
          </p:nvPr>
        </p:nvSpPr>
        <p:spPr>
          <a:xfrm>
            <a:off x="485953" y="2940152"/>
            <a:ext cx="3886200" cy="3039541"/>
          </a:xfrm>
        </p:spPr>
        <p:txBody>
          <a:bodyPr/>
          <a:lstStyle>
            <a:lvl1pPr marL="0" indent="0">
              <a:lnSpc>
                <a:spcPct val="100000"/>
              </a:lnSpc>
              <a:spcBef>
                <a:spcPts val="0"/>
              </a:spcBef>
              <a:buNone/>
              <a:defRPr b="0"/>
            </a:lvl1pPr>
            <a:lvl2pPr marL="342879" indent="0">
              <a:buNone/>
              <a:defRPr/>
            </a:lvl2pPr>
            <a:lvl3pPr marL="685759" indent="0">
              <a:buNone/>
              <a:defRPr/>
            </a:lvl3pPr>
            <a:lvl4pPr marL="1028637" indent="0">
              <a:buNone/>
              <a:defRPr/>
            </a:lvl4pPr>
            <a:lvl5pPr marL="1371516" indent="0">
              <a:buNone/>
              <a:defRPr/>
            </a:lvl5pPr>
          </a:lstStyle>
          <a:p>
            <a:pPr lvl="0"/>
            <a:r>
              <a:rPr lang="en-US"/>
              <a:t>Click to edit Master text styles</a:t>
            </a:r>
          </a:p>
        </p:txBody>
      </p:sp>
    </p:spTree>
    <p:extLst>
      <p:ext uri="{BB962C8B-B14F-4D97-AF65-F5344CB8AC3E}">
        <p14:creationId xmlns:p14="http://schemas.microsoft.com/office/powerpoint/2010/main" val="419832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amp; Pictur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661D3-730A-F844-A2DE-9B4F97F8A068}"/>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B63EF49-F03E-114E-B38A-058193C2BD8E}"/>
              </a:ext>
            </a:extLst>
          </p:cNvPr>
          <p:cNvSpPr>
            <a:spLocks noGrp="1"/>
          </p:cNvSpPr>
          <p:nvPr>
            <p:ph sz="half" idx="1"/>
          </p:nvPr>
        </p:nvSpPr>
        <p:spPr>
          <a:xfrm>
            <a:off x="485954" y="1628355"/>
            <a:ext cx="3644644" cy="1204687"/>
          </a:xfrm>
        </p:spPr>
        <p:txBody>
          <a:bodyPr/>
          <a:lstStyle>
            <a:lvl1pPr marL="0" indent="0">
              <a:lnSpc>
                <a:spcPct val="100000"/>
              </a:lnSpc>
              <a:buNone/>
              <a:defRPr b="1"/>
            </a:lvl1pPr>
            <a:lvl2pPr marL="342879" indent="0">
              <a:buNone/>
              <a:defRPr/>
            </a:lvl2pPr>
            <a:lvl3pPr marL="685759" indent="0">
              <a:buNone/>
              <a:defRPr/>
            </a:lvl3pPr>
            <a:lvl4pPr marL="1028637" indent="0">
              <a:buNone/>
              <a:defRPr/>
            </a:lvl4pPr>
            <a:lvl5pPr marL="1371516" indent="0">
              <a:buNone/>
              <a:defRPr/>
            </a:lvl5pPr>
          </a:lstStyle>
          <a:p>
            <a:pPr lvl="0"/>
            <a:r>
              <a:rPr lang="en-US"/>
              <a:t>Click to edit Master text styles</a:t>
            </a:r>
          </a:p>
        </p:txBody>
      </p:sp>
      <p:sp>
        <p:nvSpPr>
          <p:cNvPr id="5" name="Date Placeholder 4">
            <a:extLst>
              <a:ext uri="{FF2B5EF4-FFF2-40B4-BE49-F238E27FC236}">
                <a16:creationId xmlns:a16="http://schemas.microsoft.com/office/drawing/2014/main" id="{5A582B8F-8DDB-EA48-8C5E-1872A88E9A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18E16B0F-AE69-BD45-95F8-32FB5910EAF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D192152-6566-5E4A-89B9-969A87DF8574}"/>
              </a:ext>
            </a:extLst>
          </p:cNvPr>
          <p:cNvSpPr>
            <a:spLocks noGrp="1"/>
          </p:cNvSpPr>
          <p:nvPr>
            <p:ph type="sldNum" sz="quarter" idx="12"/>
          </p:nvPr>
        </p:nvSpPr>
        <p:spPr/>
        <p:txBody>
          <a:bodyPr/>
          <a:lstStyle/>
          <a:p>
            <a:fld id="{78BCC47E-4B7D-1647-9F80-3037E352F95F}" type="slidenum">
              <a:rPr lang="en-US" smtClean="0"/>
              <a:t>‹#›</a:t>
            </a:fld>
            <a:endParaRPr lang="en-US" dirty="0"/>
          </a:p>
        </p:txBody>
      </p:sp>
      <p:sp>
        <p:nvSpPr>
          <p:cNvPr id="8" name="Content Placeholder 2">
            <a:extLst>
              <a:ext uri="{FF2B5EF4-FFF2-40B4-BE49-F238E27FC236}">
                <a16:creationId xmlns:a16="http://schemas.microsoft.com/office/drawing/2014/main" id="{F22E7E51-C183-8145-ABEB-A2DDF19FB9A7}"/>
              </a:ext>
            </a:extLst>
          </p:cNvPr>
          <p:cNvSpPr>
            <a:spLocks noGrp="1"/>
          </p:cNvSpPr>
          <p:nvPr>
            <p:ph sz="half" idx="13"/>
          </p:nvPr>
        </p:nvSpPr>
        <p:spPr>
          <a:xfrm>
            <a:off x="485954" y="2940152"/>
            <a:ext cx="3644644" cy="3039541"/>
          </a:xfrm>
        </p:spPr>
        <p:txBody>
          <a:bodyPr/>
          <a:lstStyle>
            <a:lvl1pPr marL="0" indent="0">
              <a:lnSpc>
                <a:spcPct val="100000"/>
              </a:lnSpc>
              <a:spcBef>
                <a:spcPts val="0"/>
              </a:spcBef>
              <a:buNone/>
              <a:defRPr b="0"/>
            </a:lvl1pPr>
            <a:lvl2pPr marL="342879" indent="0">
              <a:buNone/>
              <a:defRPr/>
            </a:lvl2pPr>
            <a:lvl3pPr marL="685759" indent="0">
              <a:buNone/>
              <a:defRPr/>
            </a:lvl3pPr>
            <a:lvl4pPr marL="1028637" indent="0">
              <a:buNone/>
              <a:defRPr/>
            </a:lvl4pPr>
            <a:lvl5pPr marL="1371516" indent="0">
              <a:buNone/>
              <a:defRPr/>
            </a:lvl5pPr>
          </a:lstStyle>
          <a:p>
            <a:pPr lvl="0"/>
            <a:r>
              <a:rPr lang="en-US"/>
              <a:t>Click to edit Master text styles</a:t>
            </a:r>
          </a:p>
        </p:txBody>
      </p:sp>
      <p:sp>
        <p:nvSpPr>
          <p:cNvPr id="10" name="Picture Placeholder 9">
            <a:extLst>
              <a:ext uri="{FF2B5EF4-FFF2-40B4-BE49-F238E27FC236}">
                <a16:creationId xmlns:a16="http://schemas.microsoft.com/office/drawing/2014/main" id="{100852C3-1AE9-6D47-B34A-4970BBFD8C34}"/>
              </a:ext>
            </a:extLst>
          </p:cNvPr>
          <p:cNvSpPr>
            <a:spLocks noGrp="1"/>
          </p:cNvSpPr>
          <p:nvPr>
            <p:ph type="pic" sz="quarter" idx="14"/>
          </p:nvPr>
        </p:nvSpPr>
        <p:spPr>
          <a:xfrm>
            <a:off x="4252085" y="1628355"/>
            <a:ext cx="4454565" cy="3645569"/>
          </a:xfrm>
        </p:spPr>
        <p:txBody>
          <a:bodyPr/>
          <a:lstStyle>
            <a:lvl1pPr marL="0" indent="0">
              <a:buNone/>
              <a:defRPr/>
            </a:lvl1pPr>
          </a:lstStyle>
          <a:p>
            <a:r>
              <a:rPr lang="en-US" dirty="0"/>
              <a:t>Click icon to add picture</a:t>
            </a:r>
          </a:p>
        </p:txBody>
      </p:sp>
    </p:spTree>
    <p:extLst>
      <p:ext uri="{BB962C8B-B14F-4D97-AF65-F5344CB8AC3E}">
        <p14:creationId xmlns:p14="http://schemas.microsoft.com/office/powerpoint/2010/main" val="3003887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Bullet Text">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268B0D1-E995-3245-959F-3166EEDDA726}"/>
              </a:ext>
            </a:extLst>
          </p:cNvPr>
          <p:cNvSpPr>
            <a:spLocks noGrp="1"/>
          </p:cNvSpPr>
          <p:nvPr>
            <p:ph type="pic" idx="1"/>
          </p:nvPr>
        </p:nvSpPr>
        <p:spPr>
          <a:xfrm>
            <a:off x="0" y="0"/>
            <a:ext cx="9144000" cy="5760000"/>
          </a:xfrm>
        </p:spPr>
        <p:txBody>
          <a:bodyPr/>
          <a:lstStyle>
            <a:lvl1pPr marL="0" indent="0">
              <a:buNone/>
              <a:defRPr sz="2400"/>
            </a:lvl1pPr>
            <a:lvl2pPr marL="342879" indent="0">
              <a:buNone/>
              <a:defRPr sz="2100"/>
            </a:lvl2pPr>
            <a:lvl3pPr marL="685758" indent="0">
              <a:buNone/>
              <a:defRPr sz="1800"/>
            </a:lvl3pPr>
            <a:lvl4pPr marL="1028637" indent="0">
              <a:buNone/>
              <a:defRPr sz="1500"/>
            </a:lvl4pPr>
            <a:lvl5pPr marL="1371516" indent="0">
              <a:buNone/>
              <a:defRPr sz="1500"/>
            </a:lvl5pPr>
            <a:lvl6pPr marL="1714395" indent="0">
              <a:buNone/>
              <a:defRPr sz="1500"/>
            </a:lvl6pPr>
            <a:lvl7pPr marL="2057274" indent="0">
              <a:buNone/>
              <a:defRPr sz="1500"/>
            </a:lvl7pPr>
            <a:lvl8pPr marL="2400153" indent="0">
              <a:buNone/>
              <a:defRPr sz="1500"/>
            </a:lvl8pPr>
            <a:lvl9pPr marL="2743033" indent="0">
              <a:buNone/>
              <a:defRPr sz="1500"/>
            </a:lvl9pPr>
          </a:lstStyle>
          <a:p>
            <a:r>
              <a:rPr lang="en-US" dirty="0"/>
              <a:t>Click icon to add picture</a:t>
            </a:r>
          </a:p>
        </p:txBody>
      </p:sp>
      <p:pic>
        <p:nvPicPr>
          <p:cNvPr id="9" name="Picture 8">
            <a:extLst>
              <a:ext uri="{FF2B5EF4-FFF2-40B4-BE49-F238E27FC236}">
                <a16:creationId xmlns:a16="http://schemas.microsoft.com/office/drawing/2014/main" id="{091F2900-C118-A14E-B938-836275F29789}"/>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l="39187" t="2468"/>
          <a:stretch/>
        </p:blipFill>
        <p:spPr>
          <a:xfrm>
            <a:off x="0" y="0"/>
            <a:ext cx="4304786" cy="5761552"/>
          </a:xfrm>
          <a:prstGeom prst="rect">
            <a:avLst/>
          </a:prstGeom>
        </p:spPr>
      </p:pic>
      <p:sp>
        <p:nvSpPr>
          <p:cNvPr id="2" name="Title 1">
            <a:extLst>
              <a:ext uri="{FF2B5EF4-FFF2-40B4-BE49-F238E27FC236}">
                <a16:creationId xmlns:a16="http://schemas.microsoft.com/office/drawing/2014/main" id="{4071DBFB-D718-9E4A-B9E5-3A856A8BDB86}"/>
              </a:ext>
            </a:extLst>
          </p:cNvPr>
          <p:cNvSpPr>
            <a:spLocks noGrp="1"/>
          </p:cNvSpPr>
          <p:nvPr>
            <p:ph type="title"/>
          </p:nvPr>
        </p:nvSpPr>
        <p:spPr>
          <a:xfrm>
            <a:off x="485953" y="826329"/>
            <a:ext cx="2949178" cy="961316"/>
          </a:xfrm>
        </p:spPr>
        <p:txBody>
          <a:bodyPr anchor="t"/>
          <a:lstStyle>
            <a:lvl1pPr>
              <a:defRPr sz="2400">
                <a:solidFill>
                  <a:schemeClr val="bg1"/>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BCD83F82-1B7B-8841-8682-164A9DAE0955}"/>
              </a:ext>
            </a:extLst>
          </p:cNvPr>
          <p:cNvSpPr>
            <a:spLocks noGrp="1"/>
          </p:cNvSpPr>
          <p:nvPr>
            <p:ph type="body" sz="half" idx="2"/>
          </p:nvPr>
        </p:nvSpPr>
        <p:spPr>
          <a:xfrm>
            <a:off x="485953" y="2057401"/>
            <a:ext cx="2949178" cy="3537030"/>
          </a:xfrm>
        </p:spPr>
        <p:txBody>
          <a:bodyPr/>
          <a:lstStyle>
            <a:lvl1pPr marL="192847" indent="-192847">
              <a:lnSpc>
                <a:spcPts val="2250"/>
              </a:lnSpc>
              <a:spcBef>
                <a:spcPts val="0"/>
              </a:spcBef>
              <a:buFont typeface="Arial" panose="020B0604020202020204" pitchFamily="34" charset="0"/>
              <a:buChar char="•"/>
              <a:defRPr sz="1406" b="1">
                <a:solidFill>
                  <a:schemeClr val="bg1"/>
                </a:solidFill>
              </a:defRPr>
            </a:lvl1pPr>
            <a:lvl2pPr marL="342879" indent="0">
              <a:buNone/>
              <a:defRPr sz="1050"/>
            </a:lvl2pPr>
            <a:lvl3pPr marL="685758" indent="0">
              <a:buNone/>
              <a:defRPr sz="900"/>
            </a:lvl3pPr>
            <a:lvl4pPr marL="1028637" indent="0">
              <a:buNone/>
              <a:defRPr sz="750"/>
            </a:lvl4pPr>
            <a:lvl5pPr marL="1371516" indent="0">
              <a:buNone/>
              <a:defRPr sz="750"/>
            </a:lvl5pPr>
            <a:lvl6pPr marL="1714395" indent="0">
              <a:buNone/>
              <a:defRPr sz="750"/>
            </a:lvl6pPr>
            <a:lvl7pPr marL="2057274" indent="0">
              <a:buNone/>
              <a:defRPr sz="750"/>
            </a:lvl7pPr>
            <a:lvl8pPr marL="2400153" indent="0">
              <a:buNone/>
              <a:defRPr sz="750"/>
            </a:lvl8pPr>
            <a:lvl9pPr marL="2743033"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E2BE757-A7B3-EC49-B81F-E4004CBD0439}"/>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E72DCB14-3FFF-4946-A910-0478528408C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8A811BA-6058-7E4C-BF7B-D24B11BC9F2B}"/>
              </a:ext>
            </a:extLst>
          </p:cNvPr>
          <p:cNvSpPr>
            <a:spLocks noGrp="1"/>
          </p:cNvSpPr>
          <p:nvPr>
            <p:ph type="sldNum" sz="quarter" idx="12"/>
          </p:nvPr>
        </p:nvSpPr>
        <p:spPr/>
        <p:txBody>
          <a:bodyPr/>
          <a:lstStyle/>
          <a:p>
            <a:fld id="{78BCC47E-4B7D-1647-9F80-3037E352F95F}" type="slidenum">
              <a:rPr lang="en-US" smtClean="0"/>
              <a:t>‹#›</a:t>
            </a:fld>
            <a:endParaRPr lang="en-US" dirty="0"/>
          </a:p>
        </p:txBody>
      </p:sp>
    </p:spTree>
    <p:extLst>
      <p:ext uri="{BB962C8B-B14F-4D97-AF65-F5344CB8AC3E}">
        <p14:creationId xmlns:p14="http://schemas.microsoft.com/office/powerpoint/2010/main" val="24694070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Transparent Picture with Bullet Text">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268B0D1-E995-3245-959F-3166EEDDA726}"/>
              </a:ext>
            </a:extLst>
          </p:cNvPr>
          <p:cNvSpPr>
            <a:spLocks noGrp="1"/>
          </p:cNvSpPr>
          <p:nvPr>
            <p:ph type="pic" idx="1"/>
          </p:nvPr>
        </p:nvSpPr>
        <p:spPr>
          <a:xfrm>
            <a:off x="0" y="0"/>
            <a:ext cx="9144000" cy="5760000"/>
          </a:xfrm>
        </p:spPr>
        <p:txBody>
          <a:bodyPr/>
          <a:lstStyle>
            <a:lvl1pPr marL="0" indent="0">
              <a:buNone/>
              <a:defRPr sz="2400"/>
            </a:lvl1pPr>
            <a:lvl2pPr marL="342879" indent="0">
              <a:buNone/>
              <a:defRPr sz="2100"/>
            </a:lvl2pPr>
            <a:lvl3pPr marL="685758" indent="0">
              <a:buNone/>
              <a:defRPr sz="1800"/>
            </a:lvl3pPr>
            <a:lvl4pPr marL="1028637" indent="0">
              <a:buNone/>
              <a:defRPr sz="1500"/>
            </a:lvl4pPr>
            <a:lvl5pPr marL="1371516" indent="0">
              <a:buNone/>
              <a:defRPr sz="1500"/>
            </a:lvl5pPr>
            <a:lvl6pPr marL="1714395" indent="0">
              <a:buNone/>
              <a:defRPr sz="1500"/>
            </a:lvl6pPr>
            <a:lvl7pPr marL="2057274" indent="0">
              <a:buNone/>
              <a:defRPr sz="1500"/>
            </a:lvl7pPr>
            <a:lvl8pPr marL="2400153" indent="0">
              <a:buNone/>
              <a:defRPr sz="1500"/>
            </a:lvl8pPr>
            <a:lvl9pPr marL="2743033" indent="0">
              <a:buNone/>
              <a:defRPr sz="1500"/>
            </a:lvl9pPr>
          </a:lstStyle>
          <a:p>
            <a:r>
              <a:rPr lang="en-US" dirty="0"/>
              <a:t>Click icon to add picture</a:t>
            </a:r>
          </a:p>
        </p:txBody>
      </p:sp>
      <p:pic>
        <p:nvPicPr>
          <p:cNvPr id="9" name="Picture 8">
            <a:extLst>
              <a:ext uri="{FF2B5EF4-FFF2-40B4-BE49-F238E27FC236}">
                <a16:creationId xmlns:a16="http://schemas.microsoft.com/office/drawing/2014/main" id="{091F2900-C118-A14E-B938-836275F29789}"/>
              </a:ext>
            </a:extLst>
          </p:cNvPr>
          <p:cNvPicPr>
            <a:picLocks noChangeAspect="1"/>
          </p:cNvPicPr>
          <p:nvPr userDrawn="1"/>
        </p:nvPicPr>
        <p:blipFill rotWithShape="1">
          <a:blip r:embed="rId3" cstate="print">
            <a:alphaModFix amt="70000"/>
            <a:extLst>
              <a:ext uri="{28A0092B-C50C-407E-A947-70E740481C1C}">
                <a14:useLocalDpi xmlns:a14="http://schemas.microsoft.com/office/drawing/2010/main"/>
              </a:ext>
            </a:extLst>
          </a:blip>
          <a:srcRect l="39187" t="2468"/>
          <a:stretch/>
        </p:blipFill>
        <p:spPr>
          <a:xfrm>
            <a:off x="0" y="0"/>
            <a:ext cx="4304786" cy="5761552"/>
          </a:xfrm>
          <a:prstGeom prst="rect">
            <a:avLst/>
          </a:prstGeom>
        </p:spPr>
      </p:pic>
      <p:sp>
        <p:nvSpPr>
          <p:cNvPr id="2" name="Title 1">
            <a:extLst>
              <a:ext uri="{FF2B5EF4-FFF2-40B4-BE49-F238E27FC236}">
                <a16:creationId xmlns:a16="http://schemas.microsoft.com/office/drawing/2014/main" id="{4071DBFB-D718-9E4A-B9E5-3A856A8BDB86}"/>
              </a:ext>
            </a:extLst>
          </p:cNvPr>
          <p:cNvSpPr>
            <a:spLocks noGrp="1"/>
          </p:cNvSpPr>
          <p:nvPr>
            <p:ph type="title"/>
          </p:nvPr>
        </p:nvSpPr>
        <p:spPr>
          <a:xfrm>
            <a:off x="485953" y="826329"/>
            <a:ext cx="2949178" cy="961316"/>
          </a:xfrm>
        </p:spPr>
        <p:txBody>
          <a:bodyPr anchor="t"/>
          <a:lstStyle>
            <a:lvl1pPr>
              <a:defRPr sz="2400">
                <a:solidFill>
                  <a:schemeClr val="bg1"/>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BCD83F82-1B7B-8841-8682-164A9DAE0955}"/>
              </a:ext>
            </a:extLst>
          </p:cNvPr>
          <p:cNvSpPr>
            <a:spLocks noGrp="1"/>
          </p:cNvSpPr>
          <p:nvPr>
            <p:ph type="body" sz="half" idx="2"/>
          </p:nvPr>
        </p:nvSpPr>
        <p:spPr>
          <a:xfrm>
            <a:off x="485953" y="2057401"/>
            <a:ext cx="2949178" cy="3537030"/>
          </a:xfrm>
        </p:spPr>
        <p:txBody>
          <a:bodyPr/>
          <a:lstStyle>
            <a:lvl1pPr marL="192847" indent="-192847">
              <a:lnSpc>
                <a:spcPts val="2250"/>
              </a:lnSpc>
              <a:spcBef>
                <a:spcPts val="0"/>
              </a:spcBef>
              <a:buFont typeface="Arial" panose="020B0604020202020204" pitchFamily="34" charset="0"/>
              <a:buChar char="•"/>
              <a:defRPr sz="1406" b="1">
                <a:solidFill>
                  <a:schemeClr val="bg1"/>
                </a:solidFill>
              </a:defRPr>
            </a:lvl1pPr>
            <a:lvl2pPr marL="342879" indent="0">
              <a:buNone/>
              <a:defRPr sz="1050"/>
            </a:lvl2pPr>
            <a:lvl3pPr marL="685758" indent="0">
              <a:buNone/>
              <a:defRPr sz="900"/>
            </a:lvl3pPr>
            <a:lvl4pPr marL="1028637" indent="0">
              <a:buNone/>
              <a:defRPr sz="750"/>
            </a:lvl4pPr>
            <a:lvl5pPr marL="1371516" indent="0">
              <a:buNone/>
              <a:defRPr sz="750"/>
            </a:lvl5pPr>
            <a:lvl6pPr marL="1714395" indent="0">
              <a:buNone/>
              <a:defRPr sz="750"/>
            </a:lvl6pPr>
            <a:lvl7pPr marL="2057274" indent="0">
              <a:buNone/>
              <a:defRPr sz="750"/>
            </a:lvl7pPr>
            <a:lvl8pPr marL="2400153" indent="0">
              <a:buNone/>
              <a:defRPr sz="750"/>
            </a:lvl8pPr>
            <a:lvl9pPr marL="2743033"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E2BE757-A7B3-EC49-B81F-E4004CBD0439}"/>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E72DCB14-3FFF-4946-A910-0478528408C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8A811BA-6058-7E4C-BF7B-D24B11BC9F2B}"/>
              </a:ext>
            </a:extLst>
          </p:cNvPr>
          <p:cNvSpPr>
            <a:spLocks noGrp="1"/>
          </p:cNvSpPr>
          <p:nvPr>
            <p:ph type="sldNum" sz="quarter" idx="12"/>
          </p:nvPr>
        </p:nvSpPr>
        <p:spPr/>
        <p:txBody>
          <a:bodyPr/>
          <a:lstStyle/>
          <a:p>
            <a:fld id="{78BCC47E-4B7D-1647-9F80-3037E352F95F}" type="slidenum">
              <a:rPr lang="en-US" smtClean="0"/>
              <a:t>‹#›</a:t>
            </a:fld>
            <a:endParaRPr lang="en-US" dirty="0"/>
          </a:p>
        </p:txBody>
      </p:sp>
    </p:spTree>
    <p:extLst>
      <p:ext uri="{BB962C8B-B14F-4D97-AF65-F5344CB8AC3E}">
        <p14:creationId xmlns:p14="http://schemas.microsoft.com/office/powerpoint/2010/main" val="36372087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Text">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268B0D1-E995-3245-959F-3166EEDDA726}"/>
              </a:ext>
            </a:extLst>
          </p:cNvPr>
          <p:cNvSpPr>
            <a:spLocks noGrp="1"/>
          </p:cNvSpPr>
          <p:nvPr>
            <p:ph type="pic" idx="1"/>
          </p:nvPr>
        </p:nvSpPr>
        <p:spPr>
          <a:xfrm>
            <a:off x="0" y="0"/>
            <a:ext cx="9144000" cy="5760000"/>
          </a:xfrm>
        </p:spPr>
        <p:txBody>
          <a:bodyPr/>
          <a:lstStyle>
            <a:lvl1pPr marL="0" indent="0">
              <a:buNone/>
              <a:defRPr sz="2400"/>
            </a:lvl1pPr>
            <a:lvl2pPr marL="342879" indent="0">
              <a:buNone/>
              <a:defRPr sz="2100"/>
            </a:lvl2pPr>
            <a:lvl3pPr marL="685758" indent="0">
              <a:buNone/>
              <a:defRPr sz="1800"/>
            </a:lvl3pPr>
            <a:lvl4pPr marL="1028637" indent="0">
              <a:buNone/>
              <a:defRPr sz="1500"/>
            </a:lvl4pPr>
            <a:lvl5pPr marL="1371516" indent="0">
              <a:buNone/>
              <a:defRPr sz="1500"/>
            </a:lvl5pPr>
            <a:lvl6pPr marL="1714395" indent="0">
              <a:buNone/>
              <a:defRPr sz="1500"/>
            </a:lvl6pPr>
            <a:lvl7pPr marL="2057274" indent="0">
              <a:buNone/>
              <a:defRPr sz="1500"/>
            </a:lvl7pPr>
            <a:lvl8pPr marL="2400153" indent="0">
              <a:buNone/>
              <a:defRPr sz="1500"/>
            </a:lvl8pPr>
            <a:lvl9pPr marL="2743033" indent="0">
              <a:buNone/>
              <a:defRPr sz="1500"/>
            </a:lvl9pPr>
          </a:lstStyle>
          <a:p>
            <a:r>
              <a:rPr lang="en-US" dirty="0"/>
              <a:t>Click icon to add picture</a:t>
            </a:r>
          </a:p>
        </p:txBody>
      </p:sp>
      <p:pic>
        <p:nvPicPr>
          <p:cNvPr id="10" name="Picture 9">
            <a:extLst>
              <a:ext uri="{FF2B5EF4-FFF2-40B4-BE49-F238E27FC236}">
                <a16:creationId xmlns:a16="http://schemas.microsoft.com/office/drawing/2014/main" id="{C76267A8-E11A-BC4B-ABF0-35302C5B76EC}"/>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l="39187" t="2468"/>
          <a:stretch/>
        </p:blipFill>
        <p:spPr>
          <a:xfrm>
            <a:off x="0" y="-1553"/>
            <a:ext cx="4304786" cy="5761552"/>
          </a:xfrm>
          <a:prstGeom prst="rect">
            <a:avLst/>
          </a:prstGeom>
        </p:spPr>
      </p:pic>
      <p:sp>
        <p:nvSpPr>
          <p:cNvPr id="2" name="Title 1">
            <a:extLst>
              <a:ext uri="{FF2B5EF4-FFF2-40B4-BE49-F238E27FC236}">
                <a16:creationId xmlns:a16="http://schemas.microsoft.com/office/drawing/2014/main" id="{4071DBFB-D718-9E4A-B9E5-3A856A8BDB86}"/>
              </a:ext>
            </a:extLst>
          </p:cNvPr>
          <p:cNvSpPr>
            <a:spLocks noGrp="1"/>
          </p:cNvSpPr>
          <p:nvPr>
            <p:ph type="title"/>
          </p:nvPr>
        </p:nvSpPr>
        <p:spPr>
          <a:xfrm>
            <a:off x="485953" y="826329"/>
            <a:ext cx="2949178" cy="961316"/>
          </a:xfrm>
        </p:spPr>
        <p:txBody>
          <a:bodyPr anchor="t"/>
          <a:lstStyle>
            <a:lvl1pPr>
              <a:defRPr sz="2400">
                <a:solidFill>
                  <a:schemeClr val="bg1"/>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BCD83F82-1B7B-8841-8682-164A9DAE0955}"/>
              </a:ext>
            </a:extLst>
          </p:cNvPr>
          <p:cNvSpPr>
            <a:spLocks noGrp="1"/>
          </p:cNvSpPr>
          <p:nvPr>
            <p:ph type="body" sz="half" idx="2"/>
          </p:nvPr>
        </p:nvSpPr>
        <p:spPr>
          <a:xfrm>
            <a:off x="485953" y="2057401"/>
            <a:ext cx="2949178" cy="3537030"/>
          </a:xfrm>
        </p:spPr>
        <p:txBody>
          <a:bodyPr/>
          <a:lstStyle>
            <a:lvl1pPr marL="0" indent="0">
              <a:lnSpc>
                <a:spcPts val="2250"/>
              </a:lnSpc>
              <a:spcBef>
                <a:spcPts val="0"/>
              </a:spcBef>
              <a:buFont typeface="Arial" panose="020B0604020202020204" pitchFamily="34" charset="0"/>
              <a:buNone/>
              <a:defRPr sz="1406" b="1">
                <a:solidFill>
                  <a:schemeClr val="bg1"/>
                </a:solidFill>
              </a:defRPr>
            </a:lvl1pPr>
            <a:lvl2pPr marL="342879" indent="0">
              <a:buNone/>
              <a:defRPr sz="1050"/>
            </a:lvl2pPr>
            <a:lvl3pPr marL="685758" indent="0">
              <a:buNone/>
              <a:defRPr sz="900"/>
            </a:lvl3pPr>
            <a:lvl4pPr marL="1028637" indent="0">
              <a:buNone/>
              <a:defRPr sz="750"/>
            </a:lvl4pPr>
            <a:lvl5pPr marL="1371516" indent="0">
              <a:buNone/>
              <a:defRPr sz="750"/>
            </a:lvl5pPr>
            <a:lvl6pPr marL="1714395" indent="0">
              <a:buNone/>
              <a:defRPr sz="750"/>
            </a:lvl6pPr>
            <a:lvl7pPr marL="2057274" indent="0">
              <a:buNone/>
              <a:defRPr sz="750"/>
            </a:lvl7pPr>
            <a:lvl8pPr marL="2400153" indent="0">
              <a:buNone/>
              <a:defRPr sz="750"/>
            </a:lvl8pPr>
            <a:lvl9pPr marL="2743033"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E2BE757-A7B3-EC49-B81F-E4004CBD0439}"/>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E72DCB14-3FFF-4946-A910-0478528408C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8A811BA-6058-7E4C-BF7B-D24B11BC9F2B}"/>
              </a:ext>
            </a:extLst>
          </p:cNvPr>
          <p:cNvSpPr>
            <a:spLocks noGrp="1"/>
          </p:cNvSpPr>
          <p:nvPr>
            <p:ph type="sldNum" sz="quarter" idx="12"/>
          </p:nvPr>
        </p:nvSpPr>
        <p:spPr/>
        <p:txBody>
          <a:bodyPr/>
          <a:lstStyle/>
          <a:p>
            <a:fld id="{78BCC47E-4B7D-1647-9F80-3037E352F95F}" type="slidenum">
              <a:rPr lang="en-US" smtClean="0"/>
              <a:t>‹#›</a:t>
            </a:fld>
            <a:endParaRPr lang="en-US" dirty="0"/>
          </a:p>
        </p:txBody>
      </p:sp>
    </p:spTree>
    <p:extLst>
      <p:ext uri="{BB962C8B-B14F-4D97-AF65-F5344CB8AC3E}">
        <p14:creationId xmlns:p14="http://schemas.microsoft.com/office/powerpoint/2010/main" val="24773584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Transparent Picture with Text">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268B0D1-E995-3245-959F-3166EEDDA726}"/>
              </a:ext>
            </a:extLst>
          </p:cNvPr>
          <p:cNvSpPr>
            <a:spLocks noGrp="1"/>
          </p:cNvSpPr>
          <p:nvPr>
            <p:ph type="pic" idx="1"/>
          </p:nvPr>
        </p:nvSpPr>
        <p:spPr>
          <a:xfrm>
            <a:off x="0" y="0"/>
            <a:ext cx="9144000" cy="5760000"/>
          </a:xfrm>
        </p:spPr>
        <p:txBody>
          <a:bodyPr/>
          <a:lstStyle>
            <a:lvl1pPr marL="0" indent="0">
              <a:buNone/>
              <a:defRPr sz="2400"/>
            </a:lvl1pPr>
            <a:lvl2pPr marL="342879" indent="0">
              <a:buNone/>
              <a:defRPr sz="2100"/>
            </a:lvl2pPr>
            <a:lvl3pPr marL="685758" indent="0">
              <a:buNone/>
              <a:defRPr sz="1800"/>
            </a:lvl3pPr>
            <a:lvl4pPr marL="1028637" indent="0">
              <a:buNone/>
              <a:defRPr sz="1500"/>
            </a:lvl4pPr>
            <a:lvl5pPr marL="1371516" indent="0">
              <a:buNone/>
              <a:defRPr sz="1500"/>
            </a:lvl5pPr>
            <a:lvl6pPr marL="1714395" indent="0">
              <a:buNone/>
              <a:defRPr sz="1500"/>
            </a:lvl6pPr>
            <a:lvl7pPr marL="2057274" indent="0">
              <a:buNone/>
              <a:defRPr sz="1500"/>
            </a:lvl7pPr>
            <a:lvl8pPr marL="2400153" indent="0">
              <a:buNone/>
              <a:defRPr sz="1500"/>
            </a:lvl8pPr>
            <a:lvl9pPr marL="2743033" indent="0">
              <a:buNone/>
              <a:defRPr sz="1500"/>
            </a:lvl9pPr>
          </a:lstStyle>
          <a:p>
            <a:r>
              <a:rPr lang="en-US" dirty="0"/>
              <a:t>Click icon to add picture</a:t>
            </a:r>
          </a:p>
        </p:txBody>
      </p:sp>
      <p:pic>
        <p:nvPicPr>
          <p:cNvPr id="10" name="Picture 9">
            <a:extLst>
              <a:ext uri="{FF2B5EF4-FFF2-40B4-BE49-F238E27FC236}">
                <a16:creationId xmlns:a16="http://schemas.microsoft.com/office/drawing/2014/main" id="{5482D14D-EFB8-194E-9283-741A4DB5D39E}"/>
              </a:ext>
            </a:extLst>
          </p:cNvPr>
          <p:cNvPicPr>
            <a:picLocks noChangeAspect="1"/>
          </p:cNvPicPr>
          <p:nvPr userDrawn="1"/>
        </p:nvPicPr>
        <p:blipFill rotWithShape="1">
          <a:blip r:embed="rId3" cstate="print">
            <a:alphaModFix amt="70000"/>
            <a:extLst>
              <a:ext uri="{28A0092B-C50C-407E-A947-70E740481C1C}">
                <a14:useLocalDpi xmlns:a14="http://schemas.microsoft.com/office/drawing/2010/main"/>
              </a:ext>
            </a:extLst>
          </a:blip>
          <a:srcRect l="39187" t="2468"/>
          <a:stretch/>
        </p:blipFill>
        <p:spPr>
          <a:xfrm>
            <a:off x="0" y="-1553"/>
            <a:ext cx="4304786" cy="5761552"/>
          </a:xfrm>
          <a:prstGeom prst="rect">
            <a:avLst/>
          </a:prstGeom>
        </p:spPr>
      </p:pic>
      <p:sp>
        <p:nvSpPr>
          <p:cNvPr id="2" name="Title 1">
            <a:extLst>
              <a:ext uri="{FF2B5EF4-FFF2-40B4-BE49-F238E27FC236}">
                <a16:creationId xmlns:a16="http://schemas.microsoft.com/office/drawing/2014/main" id="{4071DBFB-D718-9E4A-B9E5-3A856A8BDB86}"/>
              </a:ext>
            </a:extLst>
          </p:cNvPr>
          <p:cNvSpPr>
            <a:spLocks noGrp="1"/>
          </p:cNvSpPr>
          <p:nvPr>
            <p:ph type="title"/>
          </p:nvPr>
        </p:nvSpPr>
        <p:spPr>
          <a:xfrm>
            <a:off x="485953" y="826329"/>
            <a:ext cx="2949178" cy="961316"/>
          </a:xfrm>
        </p:spPr>
        <p:txBody>
          <a:bodyPr anchor="t"/>
          <a:lstStyle>
            <a:lvl1pPr>
              <a:defRPr sz="2400">
                <a:solidFill>
                  <a:schemeClr val="bg1"/>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BCD83F82-1B7B-8841-8682-164A9DAE0955}"/>
              </a:ext>
            </a:extLst>
          </p:cNvPr>
          <p:cNvSpPr>
            <a:spLocks noGrp="1"/>
          </p:cNvSpPr>
          <p:nvPr>
            <p:ph type="body" sz="half" idx="2"/>
          </p:nvPr>
        </p:nvSpPr>
        <p:spPr>
          <a:xfrm>
            <a:off x="485953" y="2057401"/>
            <a:ext cx="2949178" cy="3537030"/>
          </a:xfrm>
        </p:spPr>
        <p:txBody>
          <a:bodyPr/>
          <a:lstStyle>
            <a:lvl1pPr marL="0" indent="0">
              <a:lnSpc>
                <a:spcPts val="2250"/>
              </a:lnSpc>
              <a:spcBef>
                <a:spcPts val="0"/>
              </a:spcBef>
              <a:buFont typeface="Arial" panose="020B0604020202020204" pitchFamily="34" charset="0"/>
              <a:buNone/>
              <a:defRPr sz="1406" b="1">
                <a:solidFill>
                  <a:schemeClr val="bg1"/>
                </a:solidFill>
              </a:defRPr>
            </a:lvl1pPr>
            <a:lvl2pPr marL="342879" indent="0">
              <a:buNone/>
              <a:defRPr sz="1050"/>
            </a:lvl2pPr>
            <a:lvl3pPr marL="685758" indent="0">
              <a:buNone/>
              <a:defRPr sz="900"/>
            </a:lvl3pPr>
            <a:lvl4pPr marL="1028637" indent="0">
              <a:buNone/>
              <a:defRPr sz="750"/>
            </a:lvl4pPr>
            <a:lvl5pPr marL="1371516" indent="0">
              <a:buNone/>
              <a:defRPr sz="750"/>
            </a:lvl5pPr>
            <a:lvl6pPr marL="1714395" indent="0">
              <a:buNone/>
              <a:defRPr sz="750"/>
            </a:lvl6pPr>
            <a:lvl7pPr marL="2057274" indent="0">
              <a:buNone/>
              <a:defRPr sz="750"/>
            </a:lvl7pPr>
            <a:lvl8pPr marL="2400153" indent="0">
              <a:buNone/>
              <a:defRPr sz="750"/>
            </a:lvl8pPr>
            <a:lvl9pPr marL="2743033"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E2BE757-A7B3-EC49-B81F-E4004CBD0439}"/>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E72DCB14-3FFF-4946-A910-0478528408C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8A811BA-6058-7E4C-BF7B-D24B11BC9F2B}"/>
              </a:ext>
            </a:extLst>
          </p:cNvPr>
          <p:cNvSpPr>
            <a:spLocks noGrp="1"/>
          </p:cNvSpPr>
          <p:nvPr>
            <p:ph type="sldNum" sz="quarter" idx="12"/>
          </p:nvPr>
        </p:nvSpPr>
        <p:spPr/>
        <p:txBody>
          <a:bodyPr/>
          <a:lstStyle/>
          <a:p>
            <a:fld id="{78BCC47E-4B7D-1647-9F80-3037E352F95F}" type="slidenum">
              <a:rPr lang="en-US" smtClean="0"/>
              <a:t>‹#›</a:t>
            </a:fld>
            <a:endParaRPr lang="en-US" dirty="0"/>
          </a:p>
        </p:txBody>
      </p:sp>
    </p:spTree>
    <p:extLst>
      <p:ext uri="{BB962C8B-B14F-4D97-AF65-F5344CB8AC3E}">
        <p14:creationId xmlns:p14="http://schemas.microsoft.com/office/powerpoint/2010/main" val="34801441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D19D5-0F85-CB4E-B0A9-93B988A6B105}"/>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EA9A43A-A3AB-9641-9E5A-9DA8B2CC07DB}"/>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692B5666-28FF-9F4F-8C5C-D506843989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A6F1F43-8673-9348-80A9-029FC361783D}"/>
              </a:ext>
            </a:extLst>
          </p:cNvPr>
          <p:cNvSpPr>
            <a:spLocks noGrp="1"/>
          </p:cNvSpPr>
          <p:nvPr>
            <p:ph type="sldNum" sz="quarter" idx="12"/>
          </p:nvPr>
        </p:nvSpPr>
        <p:spPr/>
        <p:txBody>
          <a:bodyPr/>
          <a:lstStyle/>
          <a:p>
            <a:fld id="{78BCC47E-4B7D-1647-9F80-3037E352F95F}" type="slidenum">
              <a:rPr lang="en-US" smtClean="0"/>
              <a:t>‹#›</a:t>
            </a:fld>
            <a:endParaRPr lang="en-US" dirty="0"/>
          </a:p>
        </p:txBody>
      </p:sp>
    </p:spTree>
    <p:extLst>
      <p:ext uri="{BB962C8B-B14F-4D97-AF65-F5344CB8AC3E}">
        <p14:creationId xmlns:p14="http://schemas.microsoft.com/office/powerpoint/2010/main" val="40991838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8995B1-CE25-1148-9140-B20A1F189560}"/>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74C093B2-889C-3D45-91E5-6ABBE19F1D4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9778FF8-B193-9B4D-A0D1-BDFE4CDC2F01}"/>
              </a:ext>
            </a:extLst>
          </p:cNvPr>
          <p:cNvSpPr>
            <a:spLocks noGrp="1"/>
          </p:cNvSpPr>
          <p:nvPr>
            <p:ph type="sldNum" sz="quarter" idx="12"/>
          </p:nvPr>
        </p:nvSpPr>
        <p:spPr/>
        <p:txBody>
          <a:bodyPr/>
          <a:lstStyle/>
          <a:p>
            <a:fld id="{78BCC47E-4B7D-1647-9F80-3037E352F95F}" type="slidenum">
              <a:rPr lang="en-US" smtClean="0"/>
              <a:t>‹#›</a:t>
            </a:fld>
            <a:endParaRPr lang="en-US" dirty="0"/>
          </a:p>
        </p:txBody>
      </p:sp>
    </p:spTree>
    <p:extLst>
      <p:ext uri="{BB962C8B-B14F-4D97-AF65-F5344CB8AC3E}">
        <p14:creationId xmlns:p14="http://schemas.microsoft.com/office/powerpoint/2010/main" val="29876120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B72F0-795F-DC49-8A85-915BF0F265CA}"/>
              </a:ext>
            </a:extLst>
          </p:cNvPr>
          <p:cNvSpPr>
            <a:spLocks noGrp="1"/>
          </p:cNvSpPr>
          <p:nvPr>
            <p:ph type="ctrTitle"/>
          </p:nvPr>
        </p:nvSpPr>
        <p:spPr>
          <a:xfrm>
            <a:off x="485953" y="4374684"/>
            <a:ext cx="5669446" cy="1220748"/>
          </a:xfrm>
        </p:spPr>
        <p:txBody>
          <a:bodyPr anchor="t">
            <a:normAutofit/>
          </a:bodyPr>
          <a:lstStyle>
            <a:lvl1pPr algn="l">
              <a:defRPr sz="2643" b="1">
                <a:solidFill>
                  <a:srgbClr val="00A956"/>
                </a:solidFill>
                <a:latin typeface="Helvetica" pitchFamily="2" charset="0"/>
              </a:defRPr>
            </a:lvl1pPr>
          </a:lstStyle>
          <a:p>
            <a:r>
              <a:rPr lang="en-US"/>
              <a:t>Click to edit Master title style</a:t>
            </a:r>
            <a:endParaRPr lang="en-US" dirty="0"/>
          </a:p>
        </p:txBody>
      </p:sp>
    </p:spTree>
    <p:extLst>
      <p:ext uri="{BB962C8B-B14F-4D97-AF65-F5344CB8AC3E}">
        <p14:creationId xmlns:p14="http://schemas.microsoft.com/office/powerpoint/2010/main" val="31108609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2_Blank Slide">
    <p:spTree>
      <p:nvGrpSpPr>
        <p:cNvPr id="1" name=""/>
        <p:cNvGrpSpPr/>
        <p:nvPr/>
      </p:nvGrpSpPr>
      <p:grpSpPr>
        <a:xfrm>
          <a:off x="0" y="0"/>
          <a:ext cx="0" cy="0"/>
          <a:chOff x="0" y="0"/>
          <a:chExt cx="0" cy="0"/>
        </a:xfrm>
      </p:grpSpPr>
      <p:sp>
        <p:nvSpPr>
          <p:cNvPr id="6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
        <p:nvSpPr>
          <p:cNvPr id="3" name="Picture Placeholder 3">
            <a:extLst>
              <a:ext uri="{FF2B5EF4-FFF2-40B4-BE49-F238E27FC236}">
                <a16:creationId xmlns:a16="http://schemas.microsoft.com/office/drawing/2014/main" id="{7694BF6F-83FF-9C44-AD1D-8718C81723F4}"/>
              </a:ext>
            </a:extLst>
          </p:cNvPr>
          <p:cNvSpPr>
            <a:spLocks noGrp="1"/>
          </p:cNvSpPr>
          <p:nvPr>
            <p:ph type="pic" sz="quarter" idx="10" hasCustomPrompt="1"/>
          </p:nvPr>
        </p:nvSpPr>
        <p:spPr>
          <a:xfrm>
            <a:off x="0" y="0"/>
            <a:ext cx="4572000" cy="6858000"/>
          </a:xfrm>
          <a:prstGeom prst="rect">
            <a:avLst/>
          </a:prstGeom>
          <a:solidFill>
            <a:schemeClr val="bg1">
              <a:lumMod val="95000"/>
            </a:schemeClr>
          </a:solidFill>
        </p:spPr>
        <p:txBody>
          <a:bodyPr anchor="ctr"/>
          <a:lstStyle>
            <a:lvl1pPr>
              <a:defRPr sz="1200"/>
            </a:lvl1pPr>
          </a:lstStyle>
          <a:p>
            <a:r>
              <a:rPr lang="en-US" dirty="0"/>
              <a:t>Insert Image Here</a:t>
            </a:r>
          </a:p>
        </p:txBody>
      </p:sp>
      <p:sp>
        <p:nvSpPr>
          <p:cNvPr id="4" name="Picture Placeholder 3">
            <a:extLst>
              <a:ext uri="{FF2B5EF4-FFF2-40B4-BE49-F238E27FC236}">
                <a16:creationId xmlns:a16="http://schemas.microsoft.com/office/drawing/2014/main" id="{54C16A9B-903B-D449-9421-7BC9258461DA}"/>
              </a:ext>
            </a:extLst>
          </p:cNvPr>
          <p:cNvSpPr>
            <a:spLocks noGrp="1"/>
          </p:cNvSpPr>
          <p:nvPr>
            <p:ph type="pic" sz="quarter" idx="11" hasCustomPrompt="1"/>
          </p:nvPr>
        </p:nvSpPr>
        <p:spPr>
          <a:xfrm>
            <a:off x="4572000" y="0"/>
            <a:ext cx="4572000" cy="6858000"/>
          </a:xfrm>
          <a:prstGeom prst="rect">
            <a:avLst/>
          </a:prstGeom>
          <a:solidFill>
            <a:schemeClr val="bg1">
              <a:lumMod val="95000"/>
            </a:schemeClr>
          </a:solidFill>
        </p:spPr>
        <p:txBody>
          <a:bodyPr anchor="ctr"/>
          <a:lstStyle>
            <a:lvl1pPr>
              <a:defRPr sz="1200"/>
            </a:lvl1pPr>
          </a:lstStyle>
          <a:p>
            <a:r>
              <a:rPr lang="en-US" dirty="0"/>
              <a:t>Insert Image Here</a:t>
            </a:r>
          </a:p>
        </p:txBody>
      </p:sp>
    </p:spTree>
    <p:extLst>
      <p:ext uri="{BB962C8B-B14F-4D97-AF65-F5344CB8AC3E}">
        <p14:creationId xmlns:p14="http://schemas.microsoft.com/office/powerpoint/2010/main" val="234198050"/>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9_Main Slide">
    <p:spTree>
      <p:nvGrpSpPr>
        <p:cNvPr id="1" name=""/>
        <p:cNvGrpSpPr/>
        <p:nvPr/>
      </p:nvGrpSpPr>
      <p:grpSpPr>
        <a:xfrm>
          <a:off x="0" y="0"/>
          <a:ext cx="0" cy="0"/>
          <a:chOff x="0" y="0"/>
          <a:chExt cx="0" cy="0"/>
        </a:xfrm>
      </p:grpSpPr>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
        <p:nvSpPr>
          <p:cNvPr id="6" name="Picture Placeholder 3">
            <a:extLst>
              <a:ext uri="{FF2B5EF4-FFF2-40B4-BE49-F238E27FC236}">
                <a16:creationId xmlns:a16="http://schemas.microsoft.com/office/drawing/2014/main" id="{0E4EAE5D-52BB-9147-BA7E-A01CD851FC00}"/>
              </a:ext>
            </a:extLst>
          </p:cNvPr>
          <p:cNvSpPr>
            <a:spLocks noGrp="1"/>
          </p:cNvSpPr>
          <p:nvPr>
            <p:ph type="pic" sz="quarter" idx="10" hasCustomPrompt="1"/>
          </p:nvPr>
        </p:nvSpPr>
        <p:spPr>
          <a:xfrm>
            <a:off x="758390" y="0"/>
            <a:ext cx="3813610" cy="6858000"/>
          </a:xfrm>
          <a:prstGeom prst="rect">
            <a:avLst/>
          </a:prstGeom>
          <a:solidFill>
            <a:schemeClr val="bg1">
              <a:lumMod val="95000"/>
            </a:schemeClr>
          </a:solidFill>
        </p:spPr>
        <p:txBody>
          <a:bodyPr anchor="ctr"/>
          <a:lstStyle>
            <a:lvl1pPr>
              <a:defRPr sz="1200"/>
            </a:lvl1pPr>
          </a:lstStyle>
          <a:p>
            <a:r>
              <a:rPr lang="en-US" dirty="0"/>
              <a:t>Insert Image Here</a:t>
            </a:r>
          </a:p>
        </p:txBody>
      </p:sp>
    </p:spTree>
    <p:extLst>
      <p:ext uri="{BB962C8B-B14F-4D97-AF65-F5344CB8AC3E}">
        <p14:creationId xmlns:p14="http://schemas.microsoft.com/office/powerpoint/2010/main" val="1077772552"/>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_Main Slide">
    <p:spTree>
      <p:nvGrpSpPr>
        <p:cNvPr id="1" name=""/>
        <p:cNvGrpSpPr/>
        <p:nvPr/>
      </p:nvGrpSpPr>
      <p:grpSpPr>
        <a:xfrm>
          <a:off x="0" y="0"/>
          <a:ext cx="0" cy="0"/>
          <a:chOff x="0" y="0"/>
          <a:chExt cx="0" cy="0"/>
        </a:xfrm>
      </p:grpSpPr>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
        <p:nvSpPr>
          <p:cNvPr id="5" name="Picture Placeholder 3">
            <a:extLst>
              <a:ext uri="{FF2B5EF4-FFF2-40B4-BE49-F238E27FC236}">
                <a16:creationId xmlns:a16="http://schemas.microsoft.com/office/drawing/2014/main" id="{11B72E5B-8070-C94A-B29F-389B200D8F9D}"/>
              </a:ext>
            </a:extLst>
          </p:cNvPr>
          <p:cNvSpPr>
            <a:spLocks noGrp="1"/>
          </p:cNvSpPr>
          <p:nvPr>
            <p:ph type="pic" sz="quarter" idx="10" hasCustomPrompt="1"/>
          </p:nvPr>
        </p:nvSpPr>
        <p:spPr>
          <a:xfrm>
            <a:off x="1534046" y="3426519"/>
            <a:ext cx="3036280" cy="3429000"/>
          </a:xfrm>
          <a:prstGeom prst="rect">
            <a:avLst/>
          </a:prstGeom>
          <a:solidFill>
            <a:schemeClr val="bg1">
              <a:lumMod val="95000"/>
            </a:schemeClr>
          </a:solidFill>
        </p:spPr>
        <p:txBody>
          <a:bodyPr anchor="ctr"/>
          <a:lstStyle>
            <a:lvl1pPr>
              <a:defRPr sz="1200"/>
            </a:lvl1pPr>
          </a:lstStyle>
          <a:p>
            <a:r>
              <a:rPr lang="en-US" dirty="0"/>
              <a:t>Insert Image Here</a:t>
            </a:r>
          </a:p>
        </p:txBody>
      </p:sp>
      <p:sp>
        <p:nvSpPr>
          <p:cNvPr id="6" name="Picture Placeholder 3">
            <a:extLst>
              <a:ext uri="{FF2B5EF4-FFF2-40B4-BE49-F238E27FC236}">
                <a16:creationId xmlns:a16="http://schemas.microsoft.com/office/drawing/2014/main" id="{EA06B3AF-3A09-CD40-BBDA-4DA1A3132BCE}"/>
              </a:ext>
            </a:extLst>
          </p:cNvPr>
          <p:cNvSpPr>
            <a:spLocks noGrp="1"/>
          </p:cNvSpPr>
          <p:nvPr>
            <p:ph type="pic" sz="quarter" idx="11" hasCustomPrompt="1"/>
          </p:nvPr>
        </p:nvSpPr>
        <p:spPr>
          <a:xfrm>
            <a:off x="4584056" y="-4962"/>
            <a:ext cx="3036280" cy="3429000"/>
          </a:xfrm>
          <a:prstGeom prst="rect">
            <a:avLst/>
          </a:prstGeom>
          <a:solidFill>
            <a:schemeClr val="bg1">
              <a:lumMod val="95000"/>
            </a:schemeClr>
          </a:solidFill>
        </p:spPr>
        <p:txBody>
          <a:bodyPr anchor="ctr"/>
          <a:lstStyle>
            <a:lvl1pPr>
              <a:defRPr sz="1200"/>
            </a:lvl1pPr>
          </a:lstStyle>
          <a:p>
            <a:r>
              <a:rPr lang="en-US" dirty="0"/>
              <a:t>Insert Image Here</a:t>
            </a:r>
          </a:p>
        </p:txBody>
      </p:sp>
    </p:spTree>
    <p:extLst>
      <p:ext uri="{BB962C8B-B14F-4D97-AF65-F5344CB8AC3E}">
        <p14:creationId xmlns:p14="http://schemas.microsoft.com/office/powerpoint/2010/main" val="3865102199"/>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8_Main Slide">
    <p:spTree>
      <p:nvGrpSpPr>
        <p:cNvPr id="1" name=""/>
        <p:cNvGrpSpPr/>
        <p:nvPr/>
      </p:nvGrpSpPr>
      <p:grpSpPr>
        <a:xfrm>
          <a:off x="0" y="0"/>
          <a:ext cx="0" cy="0"/>
          <a:chOff x="0" y="0"/>
          <a:chExt cx="0" cy="0"/>
        </a:xfrm>
      </p:grpSpPr>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
        <p:nvSpPr>
          <p:cNvPr id="7" name="Picture Placeholder 3">
            <a:extLst>
              <a:ext uri="{FF2B5EF4-FFF2-40B4-BE49-F238E27FC236}">
                <a16:creationId xmlns:a16="http://schemas.microsoft.com/office/drawing/2014/main" id="{268CFD98-33F7-294B-80A9-1CCE5CB489C2}"/>
              </a:ext>
            </a:extLst>
          </p:cNvPr>
          <p:cNvSpPr>
            <a:spLocks noGrp="1"/>
          </p:cNvSpPr>
          <p:nvPr>
            <p:ph type="pic" sz="quarter" idx="10" hasCustomPrompt="1"/>
          </p:nvPr>
        </p:nvSpPr>
        <p:spPr>
          <a:xfrm>
            <a:off x="758996" y="1010487"/>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
        <p:nvSpPr>
          <p:cNvPr id="8" name="Picture Placeholder 3">
            <a:extLst>
              <a:ext uri="{FF2B5EF4-FFF2-40B4-BE49-F238E27FC236}">
                <a16:creationId xmlns:a16="http://schemas.microsoft.com/office/drawing/2014/main" id="{313E9116-BB6D-B642-A83F-3A63A87B6B22}"/>
              </a:ext>
            </a:extLst>
          </p:cNvPr>
          <p:cNvSpPr>
            <a:spLocks noGrp="1"/>
          </p:cNvSpPr>
          <p:nvPr>
            <p:ph type="pic" sz="quarter" idx="11" hasCustomPrompt="1"/>
          </p:nvPr>
        </p:nvSpPr>
        <p:spPr>
          <a:xfrm>
            <a:off x="2662842" y="1010487"/>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
        <p:nvSpPr>
          <p:cNvPr id="9" name="Picture Placeholder 3">
            <a:extLst>
              <a:ext uri="{FF2B5EF4-FFF2-40B4-BE49-F238E27FC236}">
                <a16:creationId xmlns:a16="http://schemas.microsoft.com/office/drawing/2014/main" id="{C2803E21-B05F-5A41-9058-C077C755793F}"/>
              </a:ext>
            </a:extLst>
          </p:cNvPr>
          <p:cNvSpPr>
            <a:spLocks noGrp="1"/>
          </p:cNvSpPr>
          <p:nvPr>
            <p:ph type="pic" sz="quarter" idx="12" hasCustomPrompt="1"/>
          </p:nvPr>
        </p:nvSpPr>
        <p:spPr>
          <a:xfrm>
            <a:off x="4574358" y="1010487"/>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
        <p:nvSpPr>
          <p:cNvPr id="10" name="Picture Placeholder 3">
            <a:extLst>
              <a:ext uri="{FF2B5EF4-FFF2-40B4-BE49-F238E27FC236}">
                <a16:creationId xmlns:a16="http://schemas.microsoft.com/office/drawing/2014/main" id="{72DDECA1-C03C-D84B-B622-99F2229B9134}"/>
              </a:ext>
            </a:extLst>
          </p:cNvPr>
          <p:cNvSpPr>
            <a:spLocks noGrp="1"/>
          </p:cNvSpPr>
          <p:nvPr>
            <p:ph type="pic" sz="quarter" idx="13" hasCustomPrompt="1"/>
          </p:nvPr>
        </p:nvSpPr>
        <p:spPr>
          <a:xfrm>
            <a:off x="6478782" y="1010487"/>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Tree>
    <p:extLst>
      <p:ext uri="{BB962C8B-B14F-4D97-AF65-F5344CB8AC3E}">
        <p14:creationId xmlns:p14="http://schemas.microsoft.com/office/powerpoint/2010/main" val="950134420"/>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
  <p:cSld name="Main Slide 02">
    <p:spTree>
      <p:nvGrpSpPr>
        <p:cNvPr id="1" name=""/>
        <p:cNvGrpSpPr/>
        <p:nvPr/>
      </p:nvGrpSpPr>
      <p:grpSpPr>
        <a:xfrm>
          <a:off x="0" y="0"/>
          <a:ext cx="0" cy="0"/>
          <a:chOff x="0" y="0"/>
          <a:chExt cx="0" cy="0"/>
        </a:xfrm>
      </p:grpSpPr>
      <p:sp>
        <p:nvSpPr>
          <p:cNvPr id="22" name="Line"/>
          <p:cNvSpPr/>
          <p:nvPr/>
        </p:nvSpPr>
        <p:spPr>
          <a:xfrm>
            <a:off x="1" y="5847539"/>
            <a:ext cx="8383228" cy="1"/>
          </a:xfrm>
          <a:prstGeom prst="line">
            <a:avLst/>
          </a:prstGeom>
          <a:ln w="12700">
            <a:solidFill>
              <a:srgbClr val="C8CBD1"/>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200" dirty="0"/>
          </a:p>
        </p:txBody>
      </p:sp>
      <p:sp>
        <p:nvSpPr>
          <p:cNvPr id="24" name="Line"/>
          <p:cNvSpPr/>
          <p:nvPr/>
        </p:nvSpPr>
        <p:spPr>
          <a:xfrm flipH="1" flipV="1">
            <a:off x="760773" y="1013520"/>
            <a:ext cx="8383228" cy="1"/>
          </a:xfrm>
          <a:prstGeom prst="line">
            <a:avLst/>
          </a:prstGeom>
          <a:ln w="12700">
            <a:solidFill>
              <a:srgbClr val="C8CBD1"/>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200" dirty="0"/>
          </a:p>
        </p:txBody>
      </p:sp>
      <p:sp>
        <p:nvSpPr>
          <p:cNvPr id="26" name="Slide Number"/>
          <p:cNvSpPr txBox="1">
            <a:spLocks noGrp="1"/>
          </p:cNvSpPr>
          <p:nvPr>
            <p:ph type="sldNum" sz="quarter" idx="2"/>
          </p:nvPr>
        </p:nvSpPr>
        <p:spPr>
          <a:xfrm flipV="1">
            <a:off x="8298742" y="5847540"/>
            <a:ext cx="558643" cy="422450"/>
          </a:xfrm>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413013729"/>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1_Main Slide">
    <p:spTree>
      <p:nvGrpSpPr>
        <p:cNvPr id="1" name=""/>
        <p:cNvGrpSpPr/>
        <p:nvPr/>
      </p:nvGrpSpPr>
      <p:grpSpPr>
        <a:xfrm>
          <a:off x="0" y="0"/>
          <a:ext cx="0" cy="0"/>
          <a:chOff x="0" y="0"/>
          <a:chExt cx="0" cy="0"/>
        </a:xfrm>
      </p:grpSpPr>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
        <p:nvSpPr>
          <p:cNvPr id="4" name="Picture Placeholder 3">
            <a:extLst>
              <a:ext uri="{FF2B5EF4-FFF2-40B4-BE49-F238E27FC236}">
                <a16:creationId xmlns:a16="http://schemas.microsoft.com/office/drawing/2014/main" id="{0B18F44F-B3D5-9342-A903-AF3B2312ABD4}"/>
              </a:ext>
            </a:extLst>
          </p:cNvPr>
          <p:cNvSpPr>
            <a:spLocks noGrp="1"/>
          </p:cNvSpPr>
          <p:nvPr>
            <p:ph type="pic" sz="quarter" idx="10" hasCustomPrompt="1"/>
          </p:nvPr>
        </p:nvSpPr>
        <p:spPr>
          <a:xfrm>
            <a:off x="4572000" y="0"/>
            <a:ext cx="3810000" cy="6858000"/>
          </a:xfrm>
          <a:prstGeom prst="rect">
            <a:avLst/>
          </a:prstGeom>
          <a:solidFill>
            <a:schemeClr val="bg1">
              <a:lumMod val="95000"/>
            </a:schemeClr>
          </a:solidFill>
        </p:spPr>
        <p:txBody>
          <a:bodyPr anchor="ctr"/>
          <a:lstStyle>
            <a:lvl1pPr>
              <a:defRPr sz="1200"/>
            </a:lvl1pPr>
          </a:lstStyle>
          <a:p>
            <a:r>
              <a:rPr lang="en-US" dirty="0"/>
              <a:t>Insert Image Here</a:t>
            </a:r>
          </a:p>
        </p:txBody>
      </p:sp>
    </p:spTree>
    <p:extLst>
      <p:ext uri="{BB962C8B-B14F-4D97-AF65-F5344CB8AC3E}">
        <p14:creationId xmlns:p14="http://schemas.microsoft.com/office/powerpoint/2010/main" val="378206596"/>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_Main Slide">
    <p:spTree>
      <p:nvGrpSpPr>
        <p:cNvPr id="1" name=""/>
        <p:cNvGrpSpPr/>
        <p:nvPr/>
      </p:nvGrpSpPr>
      <p:grpSpPr>
        <a:xfrm>
          <a:off x="0" y="0"/>
          <a:ext cx="0" cy="0"/>
          <a:chOff x="0" y="0"/>
          <a:chExt cx="0" cy="0"/>
        </a:xfrm>
      </p:grpSpPr>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
        <p:nvSpPr>
          <p:cNvPr id="4" name="Picture Placeholder 3">
            <a:extLst>
              <a:ext uri="{FF2B5EF4-FFF2-40B4-BE49-F238E27FC236}">
                <a16:creationId xmlns:a16="http://schemas.microsoft.com/office/drawing/2014/main" id="{CEB24606-476E-6048-B1F2-4C75CD26FA6A}"/>
              </a:ext>
            </a:extLst>
          </p:cNvPr>
          <p:cNvSpPr>
            <a:spLocks noGrp="1"/>
          </p:cNvSpPr>
          <p:nvPr>
            <p:ph type="pic" sz="quarter" idx="10" hasCustomPrompt="1"/>
          </p:nvPr>
        </p:nvSpPr>
        <p:spPr>
          <a:xfrm>
            <a:off x="1523666" y="3429000"/>
            <a:ext cx="6096670" cy="3429000"/>
          </a:xfrm>
          <a:prstGeom prst="rect">
            <a:avLst/>
          </a:prstGeom>
          <a:solidFill>
            <a:schemeClr val="bg1">
              <a:lumMod val="95000"/>
            </a:schemeClr>
          </a:solidFill>
        </p:spPr>
        <p:txBody>
          <a:bodyPr anchor="ctr"/>
          <a:lstStyle>
            <a:lvl1pPr>
              <a:defRPr sz="1200"/>
            </a:lvl1pPr>
          </a:lstStyle>
          <a:p>
            <a:r>
              <a:rPr lang="en-US" dirty="0"/>
              <a:t>Insert Image Here</a:t>
            </a:r>
          </a:p>
        </p:txBody>
      </p:sp>
    </p:spTree>
    <p:extLst>
      <p:ext uri="{BB962C8B-B14F-4D97-AF65-F5344CB8AC3E}">
        <p14:creationId xmlns:p14="http://schemas.microsoft.com/office/powerpoint/2010/main" val="1133030918"/>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9_Main Slide">
    <p:spTree>
      <p:nvGrpSpPr>
        <p:cNvPr id="1" name=""/>
        <p:cNvGrpSpPr/>
        <p:nvPr/>
      </p:nvGrpSpPr>
      <p:grpSpPr>
        <a:xfrm>
          <a:off x="0" y="0"/>
          <a:ext cx="0" cy="0"/>
          <a:chOff x="0" y="0"/>
          <a:chExt cx="0" cy="0"/>
        </a:xfrm>
      </p:grpSpPr>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
        <p:nvSpPr>
          <p:cNvPr id="4" name="Picture Placeholder 3">
            <a:extLst>
              <a:ext uri="{FF2B5EF4-FFF2-40B4-BE49-F238E27FC236}">
                <a16:creationId xmlns:a16="http://schemas.microsoft.com/office/drawing/2014/main" id="{C76C428E-561C-5549-ACE8-B30AB9D1D1EE}"/>
              </a:ext>
            </a:extLst>
          </p:cNvPr>
          <p:cNvSpPr>
            <a:spLocks noGrp="1"/>
          </p:cNvSpPr>
          <p:nvPr>
            <p:ph type="pic" sz="quarter" idx="10" hasCustomPrompt="1"/>
          </p:nvPr>
        </p:nvSpPr>
        <p:spPr>
          <a:xfrm>
            <a:off x="4572000" y="0"/>
            <a:ext cx="4572000" cy="6858000"/>
          </a:xfrm>
          <a:prstGeom prst="rect">
            <a:avLst/>
          </a:prstGeom>
          <a:solidFill>
            <a:schemeClr val="bg1">
              <a:lumMod val="95000"/>
            </a:schemeClr>
          </a:solidFill>
        </p:spPr>
        <p:txBody>
          <a:bodyPr anchor="ctr"/>
          <a:lstStyle>
            <a:lvl1pPr>
              <a:defRPr sz="1200"/>
            </a:lvl1pPr>
          </a:lstStyle>
          <a:p>
            <a:r>
              <a:rPr lang="en-US" dirty="0"/>
              <a:t>Insert Image Here</a:t>
            </a:r>
          </a:p>
        </p:txBody>
      </p:sp>
    </p:spTree>
    <p:extLst>
      <p:ext uri="{BB962C8B-B14F-4D97-AF65-F5344CB8AC3E}">
        <p14:creationId xmlns:p14="http://schemas.microsoft.com/office/powerpoint/2010/main" val="590302888"/>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1_Main Slide">
    <p:spTree>
      <p:nvGrpSpPr>
        <p:cNvPr id="1" name=""/>
        <p:cNvGrpSpPr/>
        <p:nvPr/>
      </p:nvGrpSpPr>
      <p:grpSpPr>
        <a:xfrm>
          <a:off x="0" y="0"/>
          <a:ext cx="0" cy="0"/>
          <a:chOff x="0" y="0"/>
          <a:chExt cx="0" cy="0"/>
        </a:xfrm>
      </p:grpSpPr>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
        <p:nvSpPr>
          <p:cNvPr id="7" name="Rectangle">
            <a:extLst>
              <a:ext uri="{FF2B5EF4-FFF2-40B4-BE49-F238E27FC236}">
                <a16:creationId xmlns:a16="http://schemas.microsoft.com/office/drawing/2014/main" id="{5AD3A910-CEE4-8D40-A151-4D93E936656E}"/>
              </a:ext>
            </a:extLst>
          </p:cNvPr>
          <p:cNvSpPr/>
          <p:nvPr userDrawn="1"/>
        </p:nvSpPr>
        <p:spPr>
          <a:xfrm>
            <a:off x="764958" y="1013520"/>
            <a:ext cx="3810001" cy="4826001"/>
          </a:xfrm>
          <a:prstGeom prst="rect">
            <a:avLst/>
          </a:prstGeom>
          <a:solidFill>
            <a:srgbClr val="6059F7"/>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200" dirty="0"/>
          </a:p>
        </p:txBody>
      </p:sp>
      <p:sp>
        <p:nvSpPr>
          <p:cNvPr id="8" name="Picture Placeholder 3">
            <a:extLst>
              <a:ext uri="{FF2B5EF4-FFF2-40B4-BE49-F238E27FC236}">
                <a16:creationId xmlns:a16="http://schemas.microsoft.com/office/drawing/2014/main" id="{BBA6C238-6E3D-3B49-A9E4-0017224EA26D}"/>
              </a:ext>
            </a:extLst>
          </p:cNvPr>
          <p:cNvSpPr>
            <a:spLocks noGrp="1"/>
          </p:cNvSpPr>
          <p:nvPr>
            <p:ph type="pic" sz="quarter" idx="12" hasCustomPrompt="1"/>
          </p:nvPr>
        </p:nvSpPr>
        <p:spPr>
          <a:xfrm>
            <a:off x="4574358" y="1010487"/>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
        <p:nvSpPr>
          <p:cNvPr id="9" name="Picture Placeholder 3">
            <a:extLst>
              <a:ext uri="{FF2B5EF4-FFF2-40B4-BE49-F238E27FC236}">
                <a16:creationId xmlns:a16="http://schemas.microsoft.com/office/drawing/2014/main" id="{A4B08D2E-A2EE-3E46-B5E5-750BF8A369E5}"/>
              </a:ext>
            </a:extLst>
          </p:cNvPr>
          <p:cNvSpPr>
            <a:spLocks noGrp="1"/>
          </p:cNvSpPr>
          <p:nvPr>
            <p:ph type="pic" sz="quarter" idx="13" hasCustomPrompt="1"/>
          </p:nvPr>
        </p:nvSpPr>
        <p:spPr>
          <a:xfrm>
            <a:off x="6478782" y="1010487"/>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
        <p:nvSpPr>
          <p:cNvPr id="10" name="Picture Placeholder 3">
            <a:extLst>
              <a:ext uri="{FF2B5EF4-FFF2-40B4-BE49-F238E27FC236}">
                <a16:creationId xmlns:a16="http://schemas.microsoft.com/office/drawing/2014/main" id="{BA5F5D9F-2868-3642-BD2D-B14E29ACDA99}"/>
              </a:ext>
            </a:extLst>
          </p:cNvPr>
          <p:cNvSpPr>
            <a:spLocks noGrp="1"/>
          </p:cNvSpPr>
          <p:nvPr>
            <p:ph type="pic" sz="quarter" idx="16" hasCustomPrompt="1"/>
          </p:nvPr>
        </p:nvSpPr>
        <p:spPr>
          <a:xfrm>
            <a:off x="4568419" y="3433714"/>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
        <p:nvSpPr>
          <p:cNvPr id="11" name="Picture Placeholder 3">
            <a:extLst>
              <a:ext uri="{FF2B5EF4-FFF2-40B4-BE49-F238E27FC236}">
                <a16:creationId xmlns:a16="http://schemas.microsoft.com/office/drawing/2014/main" id="{352C6001-6469-424C-A423-CBC1852A5412}"/>
              </a:ext>
            </a:extLst>
          </p:cNvPr>
          <p:cNvSpPr>
            <a:spLocks noGrp="1"/>
          </p:cNvSpPr>
          <p:nvPr>
            <p:ph type="pic" sz="quarter" idx="17" hasCustomPrompt="1"/>
          </p:nvPr>
        </p:nvSpPr>
        <p:spPr>
          <a:xfrm>
            <a:off x="6472842" y="3433714"/>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Tree>
    <p:extLst>
      <p:ext uri="{BB962C8B-B14F-4D97-AF65-F5344CB8AC3E}">
        <p14:creationId xmlns:p14="http://schemas.microsoft.com/office/powerpoint/2010/main" val="3702057216"/>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1_Main Slide 05">
    <p:spTree>
      <p:nvGrpSpPr>
        <p:cNvPr id="1" name=""/>
        <p:cNvGrpSpPr/>
        <p:nvPr/>
      </p:nvGrpSpPr>
      <p:grpSpPr>
        <a:xfrm>
          <a:off x="0" y="0"/>
          <a:ext cx="0" cy="0"/>
          <a:chOff x="0" y="0"/>
          <a:chExt cx="0" cy="0"/>
        </a:xfrm>
      </p:grpSpPr>
      <p:sp>
        <p:nvSpPr>
          <p:cNvPr id="52" name="www.websitename.com"/>
          <p:cNvSpPr txBox="1"/>
          <p:nvPr/>
        </p:nvSpPr>
        <p:spPr>
          <a:xfrm>
            <a:off x="4324337" y="6269990"/>
            <a:ext cx="543418" cy="103875"/>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r">
              <a:defRPr sz="1800" b="0">
                <a:solidFill>
                  <a:srgbClr val="3D3D3D"/>
                </a:solidFill>
                <a:latin typeface="Poppins Medium"/>
                <a:ea typeface="Poppins Medium"/>
                <a:cs typeface="Poppins Medium"/>
                <a:sym typeface="Poppins Medium"/>
              </a:defRPr>
            </a:lvl1pPr>
          </a:lstStyle>
          <a:p>
            <a:r>
              <a:rPr lang="ga-IE" sz="675" dirty="0"/>
              <a:t>www.csis.ul.ie</a:t>
            </a:r>
            <a:endParaRPr sz="675" dirty="0"/>
          </a:p>
        </p:txBody>
      </p:sp>
      <p:sp>
        <p:nvSpPr>
          <p:cNvPr id="54" name="Slide Number"/>
          <p:cNvSpPr txBox="1">
            <a:spLocks noGrp="1"/>
          </p:cNvSpPr>
          <p:nvPr>
            <p:ph type="sldNum" sz="quarter" idx="2"/>
          </p:nvPr>
        </p:nvSpPr>
        <p:spPr>
          <a:xfrm>
            <a:off x="8298742" y="6269990"/>
            <a:ext cx="84487" cy="160020"/>
          </a:xfrm>
          <a:prstGeom prst="rect">
            <a:avLst/>
          </a:prstGeom>
        </p:spPr>
        <p:txBody>
          <a:bodyPr/>
          <a:lstStyle/>
          <a:p>
            <a:fld id="{86CB4B4D-7CA3-9044-876B-883B54F8677D}" type="slidenum">
              <a:t>‹#›</a:t>
            </a:fld>
            <a:endParaRPr dirty="0"/>
          </a:p>
        </p:txBody>
      </p:sp>
      <p:sp>
        <p:nvSpPr>
          <p:cNvPr id="5" name="Picture Placeholder 3">
            <a:extLst>
              <a:ext uri="{FF2B5EF4-FFF2-40B4-BE49-F238E27FC236}">
                <a16:creationId xmlns:a16="http://schemas.microsoft.com/office/drawing/2014/main" id="{8B611120-2A0D-F545-9B8B-BFBBB1A8D63E}"/>
              </a:ext>
            </a:extLst>
          </p:cNvPr>
          <p:cNvSpPr>
            <a:spLocks noGrp="1"/>
          </p:cNvSpPr>
          <p:nvPr>
            <p:ph type="pic" sz="quarter" idx="10" hasCustomPrompt="1"/>
          </p:nvPr>
        </p:nvSpPr>
        <p:spPr>
          <a:xfrm>
            <a:off x="762000" y="1013520"/>
            <a:ext cx="7620000" cy="4828480"/>
          </a:xfrm>
          <a:prstGeom prst="rect">
            <a:avLst/>
          </a:prstGeom>
          <a:solidFill>
            <a:schemeClr val="bg1">
              <a:lumMod val="95000"/>
            </a:schemeClr>
          </a:solidFill>
        </p:spPr>
        <p:txBody>
          <a:bodyPr anchor="ctr"/>
          <a:lstStyle>
            <a:lvl1pPr>
              <a:defRPr sz="1200"/>
            </a:lvl1pPr>
          </a:lstStyle>
          <a:p>
            <a:r>
              <a:rPr lang="en-US" dirty="0"/>
              <a:t>Insert Image Here</a:t>
            </a:r>
          </a:p>
        </p:txBody>
      </p:sp>
    </p:spTree>
    <p:extLst>
      <p:ext uri="{BB962C8B-B14F-4D97-AF65-F5344CB8AC3E}">
        <p14:creationId xmlns:p14="http://schemas.microsoft.com/office/powerpoint/2010/main" val="3915374537"/>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Main Slide">
    <p:spTree>
      <p:nvGrpSpPr>
        <p:cNvPr id="1" name=""/>
        <p:cNvGrpSpPr/>
        <p:nvPr/>
      </p:nvGrpSpPr>
      <p:grpSpPr>
        <a:xfrm>
          <a:off x="0" y="0"/>
          <a:ext cx="0" cy="0"/>
          <a:chOff x="0" y="0"/>
          <a:chExt cx="0" cy="0"/>
        </a:xfrm>
      </p:grpSpPr>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3989828606"/>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6_Main Slide">
    <p:spTree>
      <p:nvGrpSpPr>
        <p:cNvPr id="1" name=""/>
        <p:cNvGrpSpPr/>
        <p:nvPr/>
      </p:nvGrpSpPr>
      <p:grpSpPr>
        <a:xfrm>
          <a:off x="0" y="0"/>
          <a:ext cx="0" cy="0"/>
          <a:chOff x="0" y="0"/>
          <a:chExt cx="0" cy="0"/>
        </a:xfrm>
      </p:grpSpPr>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
        <p:nvSpPr>
          <p:cNvPr id="11" name="Picture Placeholder 3">
            <a:extLst>
              <a:ext uri="{FF2B5EF4-FFF2-40B4-BE49-F238E27FC236}">
                <a16:creationId xmlns:a16="http://schemas.microsoft.com/office/drawing/2014/main" id="{FAE3BD92-E199-6045-A6A2-4374A993C2C6}"/>
              </a:ext>
            </a:extLst>
          </p:cNvPr>
          <p:cNvSpPr>
            <a:spLocks noGrp="1"/>
          </p:cNvSpPr>
          <p:nvPr>
            <p:ph type="pic" sz="quarter" idx="10" hasCustomPrompt="1"/>
          </p:nvPr>
        </p:nvSpPr>
        <p:spPr>
          <a:xfrm>
            <a:off x="758996" y="1010487"/>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
        <p:nvSpPr>
          <p:cNvPr id="12" name="Picture Placeholder 3">
            <a:extLst>
              <a:ext uri="{FF2B5EF4-FFF2-40B4-BE49-F238E27FC236}">
                <a16:creationId xmlns:a16="http://schemas.microsoft.com/office/drawing/2014/main" id="{CD23FCE7-07B4-F44B-BEB5-DC99F0E0E59A}"/>
              </a:ext>
            </a:extLst>
          </p:cNvPr>
          <p:cNvSpPr>
            <a:spLocks noGrp="1"/>
          </p:cNvSpPr>
          <p:nvPr>
            <p:ph type="pic" sz="quarter" idx="11" hasCustomPrompt="1"/>
          </p:nvPr>
        </p:nvSpPr>
        <p:spPr>
          <a:xfrm>
            <a:off x="2662842" y="1010487"/>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
        <p:nvSpPr>
          <p:cNvPr id="13" name="Picture Placeholder 3">
            <a:extLst>
              <a:ext uri="{FF2B5EF4-FFF2-40B4-BE49-F238E27FC236}">
                <a16:creationId xmlns:a16="http://schemas.microsoft.com/office/drawing/2014/main" id="{EEABA380-8C0F-D04D-9588-C590453A8BC7}"/>
              </a:ext>
            </a:extLst>
          </p:cNvPr>
          <p:cNvSpPr>
            <a:spLocks noGrp="1"/>
          </p:cNvSpPr>
          <p:nvPr>
            <p:ph type="pic" sz="quarter" idx="12" hasCustomPrompt="1"/>
          </p:nvPr>
        </p:nvSpPr>
        <p:spPr>
          <a:xfrm>
            <a:off x="4574358" y="1010487"/>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
        <p:nvSpPr>
          <p:cNvPr id="14" name="Picture Placeholder 3">
            <a:extLst>
              <a:ext uri="{FF2B5EF4-FFF2-40B4-BE49-F238E27FC236}">
                <a16:creationId xmlns:a16="http://schemas.microsoft.com/office/drawing/2014/main" id="{C08B1669-B1A2-2146-BC71-12421EDFFBE8}"/>
              </a:ext>
            </a:extLst>
          </p:cNvPr>
          <p:cNvSpPr>
            <a:spLocks noGrp="1"/>
          </p:cNvSpPr>
          <p:nvPr>
            <p:ph type="pic" sz="quarter" idx="13" hasCustomPrompt="1"/>
          </p:nvPr>
        </p:nvSpPr>
        <p:spPr>
          <a:xfrm>
            <a:off x="6478782" y="1010487"/>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
        <p:nvSpPr>
          <p:cNvPr id="16" name="Picture Placeholder 3">
            <a:extLst>
              <a:ext uri="{FF2B5EF4-FFF2-40B4-BE49-F238E27FC236}">
                <a16:creationId xmlns:a16="http://schemas.microsoft.com/office/drawing/2014/main" id="{99598DDA-AD37-8A4C-A3F9-CB771EC1D0CF}"/>
              </a:ext>
            </a:extLst>
          </p:cNvPr>
          <p:cNvSpPr>
            <a:spLocks noGrp="1"/>
          </p:cNvSpPr>
          <p:nvPr>
            <p:ph type="pic" sz="quarter" idx="14" hasCustomPrompt="1"/>
          </p:nvPr>
        </p:nvSpPr>
        <p:spPr>
          <a:xfrm>
            <a:off x="753057" y="3433714"/>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
        <p:nvSpPr>
          <p:cNvPr id="17" name="Picture Placeholder 3">
            <a:extLst>
              <a:ext uri="{FF2B5EF4-FFF2-40B4-BE49-F238E27FC236}">
                <a16:creationId xmlns:a16="http://schemas.microsoft.com/office/drawing/2014/main" id="{C7A218F5-F9DC-4947-9202-0D86A98E6453}"/>
              </a:ext>
            </a:extLst>
          </p:cNvPr>
          <p:cNvSpPr>
            <a:spLocks noGrp="1"/>
          </p:cNvSpPr>
          <p:nvPr>
            <p:ph type="pic" sz="quarter" idx="15" hasCustomPrompt="1"/>
          </p:nvPr>
        </p:nvSpPr>
        <p:spPr>
          <a:xfrm>
            <a:off x="2656902" y="3433714"/>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
        <p:nvSpPr>
          <p:cNvPr id="18" name="Picture Placeholder 3">
            <a:extLst>
              <a:ext uri="{FF2B5EF4-FFF2-40B4-BE49-F238E27FC236}">
                <a16:creationId xmlns:a16="http://schemas.microsoft.com/office/drawing/2014/main" id="{73ABFB21-2628-5146-BE69-45B8EEFE44DB}"/>
              </a:ext>
            </a:extLst>
          </p:cNvPr>
          <p:cNvSpPr>
            <a:spLocks noGrp="1"/>
          </p:cNvSpPr>
          <p:nvPr>
            <p:ph type="pic" sz="quarter" idx="16" hasCustomPrompt="1"/>
          </p:nvPr>
        </p:nvSpPr>
        <p:spPr>
          <a:xfrm>
            <a:off x="4568419" y="3433714"/>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
        <p:nvSpPr>
          <p:cNvPr id="19" name="Picture Placeholder 3">
            <a:extLst>
              <a:ext uri="{FF2B5EF4-FFF2-40B4-BE49-F238E27FC236}">
                <a16:creationId xmlns:a16="http://schemas.microsoft.com/office/drawing/2014/main" id="{B754BE93-E890-BA4C-8B02-CFB08B408A9C}"/>
              </a:ext>
            </a:extLst>
          </p:cNvPr>
          <p:cNvSpPr>
            <a:spLocks noGrp="1"/>
          </p:cNvSpPr>
          <p:nvPr>
            <p:ph type="pic" sz="quarter" idx="17" hasCustomPrompt="1"/>
          </p:nvPr>
        </p:nvSpPr>
        <p:spPr>
          <a:xfrm>
            <a:off x="6472842" y="3433714"/>
            <a:ext cx="1906200" cy="2413800"/>
          </a:xfrm>
          <a:prstGeom prst="rect">
            <a:avLst/>
          </a:prstGeom>
          <a:solidFill>
            <a:schemeClr val="bg1">
              <a:lumMod val="95000"/>
            </a:schemeClr>
          </a:solidFill>
        </p:spPr>
        <p:txBody>
          <a:bodyPr anchor="ctr"/>
          <a:lstStyle>
            <a:lvl1pPr>
              <a:defRPr sz="1200"/>
            </a:lvl1pPr>
          </a:lstStyle>
          <a:p>
            <a:r>
              <a:rPr lang="en-US" dirty="0"/>
              <a:t>Insert Image Here</a:t>
            </a:r>
          </a:p>
        </p:txBody>
      </p:sp>
    </p:spTree>
    <p:extLst>
      <p:ext uri="{BB962C8B-B14F-4D97-AF65-F5344CB8AC3E}">
        <p14:creationId xmlns:p14="http://schemas.microsoft.com/office/powerpoint/2010/main" val="3028839400"/>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_Main Slide">
    <p:spTree>
      <p:nvGrpSpPr>
        <p:cNvPr id="1" name=""/>
        <p:cNvGrpSpPr/>
        <p:nvPr/>
      </p:nvGrpSpPr>
      <p:grpSpPr>
        <a:xfrm>
          <a:off x="0" y="0"/>
          <a:ext cx="0" cy="0"/>
          <a:chOff x="0" y="0"/>
          <a:chExt cx="0" cy="0"/>
        </a:xfrm>
      </p:grpSpPr>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
        <p:nvSpPr>
          <p:cNvPr id="4" name="Picture Placeholder 3">
            <a:extLst>
              <a:ext uri="{FF2B5EF4-FFF2-40B4-BE49-F238E27FC236}">
                <a16:creationId xmlns:a16="http://schemas.microsoft.com/office/drawing/2014/main" id="{453364EA-CC53-7640-BCBC-33A54EE849F2}"/>
              </a:ext>
            </a:extLst>
          </p:cNvPr>
          <p:cNvSpPr>
            <a:spLocks noGrp="1"/>
          </p:cNvSpPr>
          <p:nvPr>
            <p:ph type="pic" sz="quarter" idx="10" hasCustomPrompt="1"/>
          </p:nvPr>
        </p:nvSpPr>
        <p:spPr>
          <a:xfrm>
            <a:off x="4572000" y="1"/>
            <a:ext cx="3050009" cy="5841999"/>
          </a:xfrm>
          <a:prstGeom prst="rect">
            <a:avLst/>
          </a:prstGeom>
          <a:solidFill>
            <a:schemeClr val="bg1">
              <a:lumMod val="95000"/>
            </a:schemeClr>
          </a:solidFill>
        </p:spPr>
        <p:txBody>
          <a:bodyPr anchor="ctr"/>
          <a:lstStyle>
            <a:lvl1pPr>
              <a:defRPr sz="1200"/>
            </a:lvl1pPr>
          </a:lstStyle>
          <a:p>
            <a:r>
              <a:rPr lang="en-US" dirty="0"/>
              <a:t>Insert Image Here</a:t>
            </a:r>
          </a:p>
        </p:txBody>
      </p:sp>
    </p:spTree>
    <p:extLst>
      <p:ext uri="{BB962C8B-B14F-4D97-AF65-F5344CB8AC3E}">
        <p14:creationId xmlns:p14="http://schemas.microsoft.com/office/powerpoint/2010/main" val="2615726049"/>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75"/>
        <p:cNvGrpSpPr/>
        <p:nvPr/>
      </p:nvGrpSpPr>
      <p:grpSpPr>
        <a:xfrm>
          <a:off x="0" y="0"/>
          <a:ext cx="0" cy="0"/>
          <a:chOff x="0" y="0"/>
          <a:chExt cx="0" cy="0"/>
        </a:xfrm>
      </p:grpSpPr>
      <p:sp>
        <p:nvSpPr>
          <p:cNvPr id="76" name="Shape 76"/>
          <p:cNvSpPr txBox="1">
            <a:spLocks noGrp="1"/>
          </p:cNvSpPr>
          <p:nvPr>
            <p:ph type="title"/>
          </p:nvPr>
        </p:nvSpPr>
        <p:spPr>
          <a:xfrm>
            <a:off x="457200" y="274637"/>
            <a:ext cx="8221662" cy="1135062"/>
          </a:xfrm>
          <a:prstGeom prst="rect">
            <a:avLst/>
          </a:prstGeom>
          <a:noFill/>
          <a:ln>
            <a:noFill/>
          </a:ln>
        </p:spPr>
        <p:txBody>
          <a:bodyPr spcFirstLastPara="1" wrap="square" lIns="150913" tIns="150913" rIns="150913" bIns="150913" anchor="ctr" anchorCtr="0"/>
          <a:lstStyle>
            <a:lvl1pPr marL="0" marR="0" lvl="0" indent="0" algn="ctr" rtl="0">
              <a:lnSpc>
                <a:spcPct val="100000"/>
              </a:lnSpc>
              <a:spcBef>
                <a:spcPts val="0"/>
              </a:spcBef>
              <a:spcAft>
                <a:spcPts val="0"/>
              </a:spcAft>
              <a:buClr>
                <a:srgbClr val="000000"/>
              </a:buClr>
              <a:buSzPts val="4400"/>
              <a:buFont typeface="Calibri"/>
              <a:buNone/>
              <a:defRPr sz="4106" b="0" i="0" u="none" strike="noStrike" cap="none">
                <a:solidFill>
                  <a:srgbClr val="000000"/>
                </a:solidFill>
                <a:latin typeface="Calibri"/>
                <a:ea typeface="Calibri"/>
                <a:cs typeface="Calibri"/>
                <a:sym typeface="Calibri"/>
              </a:defRPr>
            </a:lvl1pPr>
            <a:lvl2pPr marL="0" marR="0" lvl="1" indent="0" algn="ctr" rtl="0">
              <a:spcBef>
                <a:spcPts val="0"/>
              </a:spcBef>
              <a:spcAft>
                <a:spcPts val="0"/>
              </a:spcAft>
              <a:buClr>
                <a:srgbClr val="000000"/>
              </a:buClr>
              <a:buSzPts val="4400"/>
              <a:buFont typeface="Calibri"/>
              <a:buNone/>
              <a:defRPr sz="4106" b="0" i="0" u="none" strike="noStrike" cap="none">
                <a:solidFill>
                  <a:srgbClr val="000000"/>
                </a:solidFill>
                <a:latin typeface="Calibri"/>
                <a:ea typeface="Calibri"/>
                <a:cs typeface="Calibri"/>
                <a:sym typeface="Calibri"/>
              </a:defRPr>
            </a:lvl2pPr>
            <a:lvl3pPr marL="0" marR="0" lvl="2" indent="0" algn="ctr" rtl="0">
              <a:spcBef>
                <a:spcPts val="0"/>
              </a:spcBef>
              <a:spcAft>
                <a:spcPts val="0"/>
              </a:spcAft>
              <a:buClr>
                <a:srgbClr val="000000"/>
              </a:buClr>
              <a:buSzPts val="4400"/>
              <a:buFont typeface="Calibri"/>
              <a:buNone/>
              <a:defRPr sz="4106" b="0" i="0" u="none" strike="noStrike" cap="none">
                <a:solidFill>
                  <a:srgbClr val="000000"/>
                </a:solidFill>
                <a:latin typeface="Calibri"/>
                <a:ea typeface="Calibri"/>
                <a:cs typeface="Calibri"/>
                <a:sym typeface="Calibri"/>
              </a:defRPr>
            </a:lvl3pPr>
            <a:lvl4pPr marL="0" marR="0" lvl="3" indent="0" algn="ctr" rtl="0">
              <a:spcBef>
                <a:spcPts val="0"/>
              </a:spcBef>
              <a:spcAft>
                <a:spcPts val="0"/>
              </a:spcAft>
              <a:buClr>
                <a:srgbClr val="000000"/>
              </a:buClr>
              <a:buSzPts val="4400"/>
              <a:buFont typeface="Calibri"/>
              <a:buNone/>
              <a:defRPr sz="4106" b="0" i="0" u="none" strike="noStrike" cap="none">
                <a:solidFill>
                  <a:srgbClr val="000000"/>
                </a:solidFill>
                <a:latin typeface="Calibri"/>
                <a:ea typeface="Calibri"/>
                <a:cs typeface="Calibri"/>
                <a:sym typeface="Calibri"/>
              </a:defRPr>
            </a:lvl4pPr>
            <a:lvl5pPr marL="0" marR="0" lvl="4" indent="0" algn="ctr" rtl="0">
              <a:spcBef>
                <a:spcPts val="0"/>
              </a:spcBef>
              <a:spcAft>
                <a:spcPts val="0"/>
              </a:spcAft>
              <a:buClr>
                <a:srgbClr val="000000"/>
              </a:buClr>
              <a:buSzPts val="4400"/>
              <a:buFont typeface="Calibri"/>
              <a:buNone/>
              <a:defRPr sz="4106" b="0" i="0" u="none" strike="noStrike" cap="none">
                <a:solidFill>
                  <a:srgbClr val="000000"/>
                </a:solidFill>
                <a:latin typeface="Calibri"/>
                <a:ea typeface="Calibri"/>
                <a:cs typeface="Calibri"/>
                <a:sym typeface="Calibri"/>
              </a:defRPr>
            </a:lvl5pPr>
            <a:lvl6pPr marL="424438" marR="0" lvl="5" indent="0" algn="ctr" rtl="0">
              <a:spcBef>
                <a:spcPts val="0"/>
              </a:spcBef>
              <a:spcAft>
                <a:spcPts val="0"/>
              </a:spcAft>
              <a:buClr>
                <a:srgbClr val="000000"/>
              </a:buClr>
              <a:buSzPts val="4400"/>
              <a:buFont typeface="Calibri"/>
              <a:buNone/>
              <a:defRPr sz="4106" b="0" i="0" u="none" strike="noStrike" cap="none">
                <a:solidFill>
                  <a:srgbClr val="000000"/>
                </a:solidFill>
                <a:latin typeface="Calibri"/>
                <a:ea typeface="Calibri"/>
                <a:cs typeface="Calibri"/>
                <a:sym typeface="Calibri"/>
              </a:defRPr>
            </a:lvl6pPr>
            <a:lvl7pPr marL="848875" marR="0" lvl="6" indent="0" algn="ctr" rtl="0">
              <a:spcBef>
                <a:spcPts val="0"/>
              </a:spcBef>
              <a:spcAft>
                <a:spcPts val="0"/>
              </a:spcAft>
              <a:buClr>
                <a:srgbClr val="000000"/>
              </a:buClr>
              <a:buSzPts val="4400"/>
              <a:buFont typeface="Calibri"/>
              <a:buNone/>
              <a:defRPr sz="4106" b="0" i="0" u="none" strike="noStrike" cap="none">
                <a:solidFill>
                  <a:srgbClr val="000000"/>
                </a:solidFill>
                <a:latin typeface="Calibri"/>
                <a:ea typeface="Calibri"/>
                <a:cs typeface="Calibri"/>
                <a:sym typeface="Calibri"/>
              </a:defRPr>
            </a:lvl7pPr>
            <a:lvl8pPr marL="1273313" marR="0" lvl="7" indent="0" algn="ctr" rtl="0">
              <a:spcBef>
                <a:spcPts val="0"/>
              </a:spcBef>
              <a:spcAft>
                <a:spcPts val="0"/>
              </a:spcAft>
              <a:buClr>
                <a:srgbClr val="000000"/>
              </a:buClr>
              <a:buSzPts val="4400"/>
              <a:buFont typeface="Calibri"/>
              <a:buNone/>
              <a:defRPr sz="4106" b="0" i="0" u="none" strike="noStrike" cap="none">
                <a:solidFill>
                  <a:srgbClr val="000000"/>
                </a:solidFill>
                <a:latin typeface="Calibri"/>
                <a:ea typeface="Calibri"/>
                <a:cs typeface="Calibri"/>
                <a:sym typeface="Calibri"/>
              </a:defRPr>
            </a:lvl8pPr>
            <a:lvl9pPr marL="1697751" marR="0" lvl="8" indent="0" algn="ctr" rtl="0">
              <a:spcBef>
                <a:spcPts val="0"/>
              </a:spcBef>
              <a:spcAft>
                <a:spcPts val="0"/>
              </a:spcAft>
              <a:buClr>
                <a:srgbClr val="000000"/>
              </a:buClr>
              <a:buSzPts val="4400"/>
              <a:buFont typeface="Calibri"/>
              <a:buNone/>
              <a:defRPr sz="4106" b="0" i="0" u="none" strike="noStrike" cap="none">
                <a:solidFill>
                  <a:srgbClr val="000000"/>
                </a:solidFill>
                <a:latin typeface="Calibri"/>
                <a:ea typeface="Calibri"/>
                <a:cs typeface="Calibri"/>
                <a:sym typeface="Calibri"/>
              </a:defRPr>
            </a:lvl9pPr>
          </a:lstStyle>
          <a:p>
            <a:endParaRPr/>
          </a:p>
        </p:txBody>
      </p:sp>
      <p:sp>
        <p:nvSpPr>
          <p:cNvPr id="77" name="Shape 77"/>
          <p:cNvSpPr txBox="1">
            <a:spLocks noGrp="1"/>
          </p:cNvSpPr>
          <p:nvPr>
            <p:ph type="body" idx="1"/>
          </p:nvPr>
        </p:nvSpPr>
        <p:spPr>
          <a:xfrm>
            <a:off x="457201" y="1600201"/>
            <a:ext cx="4033838" cy="4518025"/>
          </a:xfrm>
          <a:prstGeom prst="rect">
            <a:avLst/>
          </a:prstGeom>
          <a:noFill/>
          <a:ln>
            <a:noFill/>
          </a:ln>
        </p:spPr>
        <p:txBody>
          <a:bodyPr spcFirstLastPara="1" wrap="square" lIns="150913" tIns="150913" rIns="150913" bIns="150913" anchor="t" anchorCtr="0"/>
          <a:lstStyle>
            <a:lvl1pPr marL="424438" marR="0" lvl="0" indent="-377278" algn="l" rtl="0">
              <a:lnSpc>
                <a:spcPct val="100000"/>
              </a:lnSpc>
              <a:spcBef>
                <a:spcPts val="743"/>
              </a:spcBef>
              <a:spcAft>
                <a:spcPts val="0"/>
              </a:spcAft>
              <a:buClr>
                <a:srgbClr val="000000"/>
              </a:buClr>
              <a:buSzPts val="2800"/>
              <a:buFont typeface="Arial"/>
              <a:buChar char="•"/>
              <a:defRPr sz="2587" b="0" i="0" u="none" strike="noStrike" cap="none">
                <a:solidFill>
                  <a:srgbClr val="000000"/>
                </a:solidFill>
                <a:latin typeface="Calibri"/>
                <a:ea typeface="Calibri"/>
                <a:cs typeface="Calibri"/>
                <a:sym typeface="Calibri"/>
              </a:defRPr>
            </a:lvl1pPr>
            <a:lvl2pPr marL="848875" marR="0" lvl="1" indent="-353698" algn="l" rtl="0">
              <a:lnSpc>
                <a:spcPct val="100000"/>
              </a:lnSpc>
              <a:spcBef>
                <a:spcPts val="650"/>
              </a:spcBef>
              <a:spcAft>
                <a:spcPts val="0"/>
              </a:spcAft>
              <a:buClr>
                <a:srgbClr val="000000"/>
              </a:buClr>
              <a:buSzPts val="2400"/>
              <a:buFont typeface="Arial"/>
              <a:buChar char="–"/>
              <a:defRPr sz="2250" b="0" i="0" u="none" strike="noStrike" cap="none">
                <a:solidFill>
                  <a:srgbClr val="000000"/>
                </a:solidFill>
                <a:latin typeface="Calibri"/>
                <a:ea typeface="Calibri"/>
                <a:cs typeface="Calibri"/>
                <a:sym typeface="Calibri"/>
              </a:defRPr>
            </a:lvl2pPr>
            <a:lvl3pPr marL="1273313" marR="0" lvl="2" indent="-330118" algn="l" rtl="0">
              <a:lnSpc>
                <a:spcPct val="100000"/>
              </a:lnSpc>
              <a:spcBef>
                <a:spcPts val="557"/>
              </a:spcBef>
              <a:spcAft>
                <a:spcPts val="0"/>
              </a:spcAft>
              <a:buClr>
                <a:srgbClr val="000000"/>
              </a:buClr>
              <a:buSzPts val="2000"/>
              <a:buFont typeface="Arial"/>
              <a:buChar char="•"/>
              <a:defRPr sz="1856" b="0" i="0" u="none" strike="noStrike" cap="none">
                <a:solidFill>
                  <a:srgbClr val="000000"/>
                </a:solidFill>
                <a:latin typeface="Calibri"/>
                <a:ea typeface="Calibri"/>
                <a:cs typeface="Calibri"/>
                <a:sym typeface="Calibri"/>
              </a:defRPr>
            </a:lvl3pPr>
            <a:lvl4pPr marL="1697751" marR="0" lvl="3" indent="-318329" algn="l" rtl="0">
              <a:lnSpc>
                <a:spcPct val="100000"/>
              </a:lnSpc>
              <a:spcBef>
                <a:spcPts val="464"/>
              </a:spcBef>
              <a:spcAft>
                <a:spcPts val="0"/>
              </a:spcAft>
              <a:buClr>
                <a:srgbClr val="000000"/>
              </a:buClr>
              <a:buSzPts val="1800"/>
              <a:buFont typeface="Arial"/>
              <a:buChar char="–"/>
              <a:defRPr sz="1687" b="0" i="0" u="none" strike="noStrike" cap="none">
                <a:solidFill>
                  <a:srgbClr val="000000"/>
                </a:solidFill>
                <a:latin typeface="Calibri"/>
                <a:ea typeface="Calibri"/>
                <a:cs typeface="Calibri"/>
                <a:sym typeface="Calibri"/>
              </a:defRPr>
            </a:lvl4pPr>
            <a:lvl5pPr marL="2122188" marR="0" lvl="4" indent="-318329" algn="l" rtl="0">
              <a:lnSpc>
                <a:spcPct val="100000"/>
              </a:lnSpc>
              <a:spcBef>
                <a:spcPts val="464"/>
              </a:spcBef>
              <a:spcAft>
                <a:spcPts val="0"/>
              </a:spcAft>
              <a:buClr>
                <a:srgbClr val="000000"/>
              </a:buClr>
              <a:buSzPts val="1800"/>
              <a:buFont typeface="Arial"/>
              <a:buChar char="»"/>
              <a:defRPr sz="1687" b="0" i="0" u="none" strike="noStrike" cap="none">
                <a:solidFill>
                  <a:srgbClr val="000000"/>
                </a:solidFill>
                <a:latin typeface="Calibri"/>
                <a:ea typeface="Calibri"/>
                <a:cs typeface="Calibri"/>
                <a:sym typeface="Calibri"/>
              </a:defRPr>
            </a:lvl5pPr>
            <a:lvl6pPr marL="2546626" marR="0" lvl="5" indent="-318329" algn="l" rtl="0">
              <a:lnSpc>
                <a:spcPct val="100000"/>
              </a:lnSpc>
              <a:spcBef>
                <a:spcPts val="464"/>
              </a:spcBef>
              <a:spcAft>
                <a:spcPts val="0"/>
              </a:spcAft>
              <a:buClr>
                <a:srgbClr val="000000"/>
              </a:buClr>
              <a:buSzPts val="1800"/>
              <a:buFont typeface="Arial"/>
              <a:buChar char="»"/>
              <a:defRPr sz="1687" b="0" i="0" u="none" strike="noStrike" cap="none">
                <a:solidFill>
                  <a:srgbClr val="000000"/>
                </a:solidFill>
                <a:latin typeface="Calibri"/>
                <a:ea typeface="Calibri"/>
                <a:cs typeface="Calibri"/>
                <a:sym typeface="Calibri"/>
              </a:defRPr>
            </a:lvl6pPr>
            <a:lvl7pPr marL="2971064" marR="0" lvl="6" indent="-318329" algn="l" rtl="0">
              <a:lnSpc>
                <a:spcPct val="100000"/>
              </a:lnSpc>
              <a:spcBef>
                <a:spcPts val="464"/>
              </a:spcBef>
              <a:spcAft>
                <a:spcPts val="0"/>
              </a:spcAft>
              <a:buClr>
                <a:srgbClr val="000000"/>
              </a:buClr>
              <a:buSzPts val="1800"/>
              <a:buFont typeface="Arial"/>
              <a:buChar char="»"/>
              <a:defRPr sz="1687" b="0" i="0" u="none" strike="noStrike" cap="none">
                <a:solidFill>
                  <a:srgbClr val="000000"/>
                </a:solidFill>
                <a:latin typeface="Calibri"/>
                <a:ea typeface="Calibri"/>
                <a:cs typeface="Calibri"/>
                <a:sym typeface="Calibri"/>
              </a:defRPr>
            </a:lvl7pPr>
            <a:lvl8pPr marL="3395501" marR="0" lvl="7" indent="-318329" algn="l" rtl="0">
              <a:lnSpc>
                <a:spcPct val="100000"/>
              </a:lnSpc>
              <a:spcBef>
                <a:spcPts val="464"/>
              </a:spcBef>
              <a:spcAft>
                <a:spcPts val="0"/>
              </a:spcAft>
              <a:buClr>
                <a:srgbClr val="000000"/>
              </a:buClr>
              <a:buSzPts val="1800"/>
              <a:buFont typeface="Arial"/>
              <a:buChar char="»"/>
              <a:defRPr sz="1687" b="0" i="0" u="none" strike="noStrike" cap="none">
                <a:solidFill>
                  <a:srgbClr val="000000"/>
                </a:solidFill>
                <a:latin typeface="Calibri"/>
                <a:ea typeface="Calibri"/>
                <a:cs typeface="Calibri"/>
                <a:sym typeface="Calibri"/>
              </a:defRPr>
            </a:lvl8pPr>
            <a:lvl9pPr marL="3819938" marR="0" lvl="8" indent="-318329" algn="l" rtl="0">
              <a:lnSpc>
                <a:spcPct val="100000"/>
              </a:lnSpc>
              <a:spcBef>
                <a:spcPts val="464"/>
              </a:spcBef>
              <a:spcAft>
                <a:spcPts val="0"/>
              </a:spcAft>
              <a:buClr>
                <a:srgbClr val="000000"/>
              </a:buClr>
              <a:buSzPts val="1800"/>
              <a:buFont typeface="Arial"/>
              <a:buChar char="»"/>
              <a:defRPr sz="1687" b="0" i="0" u="none" strike="noStrike" cap="none">
                <a:solidFill>
                  <a:srgbClr val="000000"/>
                </a:solidFill>
                <a:latin typeface="Calibri"/>
                <a:ea typeface="Calibri"/>
                <a:cs typeface="Calibri"/>
                <a:sym typeface="Calibri"/>
              </a:defRPr>
            </a:lvl9pPr>
          </a:lstStyle>
          <a:p>
            <a:endParaRPr/>
          </a:p>
        </p:txBody>
      </p:sp>
      <p:sp>
        <p:nvSpPr>
          <p:cNvPr id="78" name="Shape 78"/>
          <p:cNvSpPr txBox="1">
            <a:spLocks noGrp="1"/>
          </p:cNvSpPr>
          <p:nvPr>
            <p:ph type="body" idx="2"/>
          </p:nvPr>
        </p:nvSpPr>
        <p:spPr>
          <a:xfrm>
            <a:off x="4643444" y="1600201"/>
            <a:ext cx="4035425" cy="4518025"/>
          </a:xfrm>
          <a:prstGeom prst="rect">
            <a:avLst/>
          </a:prstGeom>
          <a:noFill/>
          <a:ln>
            <a:noFill/>
          </a:ln>
        </p:spPr>
        <p:txBody>
          <a:bodyPr spcFirstLastPara="1" wrap="square" lIns="150913" tIns="150913" rIns="150913" bIns="150913" anchor="t" anchorCtr="0"/>
          <a:lstStyle>
            <a:lvl1pPr marL="424438" marR="0" lvl="0" indent="-377278" algn="l" rtl="0">
              <a:lnSpc>
                <a:spcPct val="100000"/>
              </a:lnSpc>
              <a:spcBef>
                <a:spcPts val="743"/>
              </a:spcBef>
              <a:spcAft>
                <a:spcPts val="0"/>
              </a:spcAft>
              <a:buClr>
                <a:srgbClr val="000000"/>
              </a:buClr>
              <a:buSzPts val="2800"/>
              <a:buFont typeface="Arial"/>
              <a:buChar char="•"/>
              <a:defRPr sz="2587" b="0" i="0" u="none" strike="noStrike" cap="none">
                <a:solidFill>
                  <a:srgbClr val="000000"/>
                </a:solidFill>
                <a:latin typeface="Calibri"/>
                <a:ea typeface="Calibri"/>
                <a:cs typeface="Calibri"/>
                <a:sym typeface="Calibri"/>
              </a:defRPr>
            </a:lvl1pPr>
            <a:lvl2pPr marL="848875" marR="0" lvl="1" indent="-353698" algn="l" rtl="0">
              <a:lnSpc>
                <a:spcPct val="100000"/>
              </a:lnSpc>
              <a:spcBef>
                <a:spcPts val="650"/>
              </a:spcBef>
              <a:spcAft>
                <a:spcPts val="0"/>
              </a:spcAft>
              <a:buClr>
                <a:srgbClr val="000000"/>
              </a:buClr>
              <a:buSzPts val="2400"/>
              <a:buFont typeface="Arial"/>
              <a:buChar char="–"/>
              <a:defRPr sz="2250" b="0" i="0" u="none" strike="noStrike" cap="none">
                <a:solidFill>
                  <a:srgbClr val="000000"/>
                </a:solidFill>
                <a:latin typeface="Calibri"/>
                <a:ea typeface="Calibri"/>
                <a:cs typeface="Calibri"/>
                <a:sym typeface="Calibri"/>
              </a:defRPr>
            </a:lvl2pPr>
            <a:lvl3pPr marL="1273313" marR="0" lvl="2" indent="-330118" algn="l" rtl="0">
              <a:lnSpc>
                <a:spcPct val="100000"/>
              </a:lnSpc>
              <a:spcBef>
                <a:spcPts val="557"/>
              </a:spcBef>
              <a:spcAft>
                <a:spcPts val="0"/>
              </a:spcAft>
              <a:buClr>
                <a:srgbClr val="000000"/>
              </a:buClr>
              <a:buSzPts val="2000"/>
              <a:buFont typeface="Arial"/>
              <a:buChar char="•"/>
              <a:defRPr sz="1856" b="0" i="0" u="none" strike="noStrike" cap="none">
                <a:solidFill>
                  <a:srgbClr val="000000"/>
                </a:solidFill>
                <a:latin typeface="Calibri"/>
                <a:ea typeface="Calibri"/>
                <a:cs typeface="Calibri"/>
                <a:sym typeface="Calibri"/>
              </a:defRPr>
            </a:lvl3pPr>
            <a:lvl4pPr marL="1697751" marR="0" lvl="3" indent="-318329" algn="l" rtl="0">
              <a:lnSpc>
                <a:spcPct val="100000"/>
              </a:lnSpc>
              <a:spcBef>
                <a:spcPts val="464"/>
              </a:spcBef>
              <a:spcAft>
                <a:spcPts val="0"/>
              </a:spcAft>
              <a:buClr>
                <a:srgbClr val="000000"/>
              </a:buClr>
              <a:buSzPts val="1800"/>
              <a:buFont typeface="Arial"/>
              <a:buChar char="–"/>
              <a:defRPr sz="1687" b="0" i="0" u="none" strike="noStrike" cap="none">
                <a:solidFill>
                  <a:srgbClr val="000000"/>
                </a:solidFill>
                <a:latin typeface="Calibri"/>
                <a:ea typeface="Calibri"/>
                <a:cs typeface="Calibri"/>
                <a:sym typeface="Calibri"/>
              </a:defRPr>
            </a:lvl4pPr>
            <a:lvl5pPr marL="2122188" marR="0" lvl="4" indent="-318329" algn="l" rtl="0">
              <a:lnSpc>
                <a:spcPct val="100000"/>
              </a:lnSpc>
              <a:spcBef>
                <a:spcPts val="464"/>
              </a:spcBef>
              <a:spcAft>
                <a:spcPts val="0"/>
              </a:spcAft>
              <a:buClr>
                <a:srgbClr val="000000"/>
              </a:buClr>
              <a:buSzPts val="1800"/>
              <a:buFont typeface="Arial"/>
              <a:buChar char="»"/>
              <a:defRPr sz="1687" b="0" i="0" u="none" strike="noStrike" cap="none">
                <a:solidFill>
                  <a:srgbClr val="000000"/>
                </a:solidFill>
                <a:latin typeface="Calibri"/>
                <a:ea typeface="Calibri"/>
                <a:cs typeface="Calibri"/>
                <a:sym typeface="Calibri"/>
              </a:defRPr>
            </a:lvl5pPr>
            <a:lvl6pPr marL="2546626" marR="0" lvl="5" indent="-318329" algn="l" rtl="0">
              <a:lnSpc>
                <a:spcPct val="100000"/>
              </a:lnSpc>
              <a:spcBef>
                <a:spcPts val="464"/>
              </a:spcBef>
              <a:spcAft>
                <a:spcPts val="0"/>
              </a:spcAft>
              <a:buClr>
                <a:srgbClr val="000000"/>
              </a:buClr>
              <a:buSzPts val="1800"/>
              <a:buFont typeface="Arial"/>
              <a:buChar char="»"/>
              <a:defRPr sz="1687" b="0" i="0" u="none" strike="noStrike" cap="none">
                <a:solidFill>
                  <a:srgbClr val="000000"/>
                </a:solidFill>
                <a:latin typeface="Calibri"/>
                <a:ea typeface="Calibri"/>
                <a:cs typeface="Calibri"/>
                <a:sym typeface="Calibri"/>
              </a:defRPr>
            </a:lvl6pPr>
            <a:lvl7pPr marL="2971064" marR="0" lvl="6" indent="-318329" algn="l" rtl="0">
              <a:lnSpc>
                <a:spcPct val="100000"/>
              </a:lnSpc>
              <a:spcBef>
                <a:spcPts val="464"/>
              </a:spcBef>
              <a:spcAft>
                <a:spcPts val="0"/>
              </a:spcAft>
              <a:buClr>
                <a:srgbClr val="000000"/>
              </a:buClr>
              <a:buSzPts val="1800"/>
              <a:buFont typeface="Arial"/>
              <a:buChar char="»"/>
              <a:defRPr sz="1687" b="0" i="0" u="none" strike="noStrike" cap="none">
                <a:solidFill>
                  <a:srgbClr val="000000"/>
                </a:solidFill>
                <a:latin typeface="Calibri"/>
                <a:ea typeface="Calibri"/>
                <a:cs typeface="Calibri"/>
                <a:sym typeface="Calibri"/>
              </a:defRPr>
            </a:lvl7pPr>
            <a:lvl8pPr marL="3395501" marR="0" lvl="7" indent="-318329" algn="l" rtl="0">
              <a:lnSpc>
                <a:spcPct val="100000"/>
              </a:lnSpc>
              <a:spcBef>
                <a:spcPts val="464"/>
              </a:spcBef>
              <a:spcAft>
                <a:spcPts val="0"/>
              </a:spcAft>
              <a:buClr>
                <a:srgbClr val="000000"/>
              </a:buClr>
              <a:buSzPts val="1800"/>
              <a:buFont typeface="Arial"/>
              <a:buChar char="»"/>
              <a:defRPr sz="1687" b="0" i="0" u="none" strike="noStrike" cap="none">
                <a:solidFill>
                  <a:srgbClr val="000000"/>
                </a:solidFill>
                <a:latin typeface="Calibri"/>
                <a:ea typeface="Calibri"/>
                <a:cs typeface="Calibri"/>
                <a:sym typeface="Calibri"/>
              </a:defRPr>
            </a:lvl8pPr>
            <a:lvl9pPr marL="3819938" marR="0" lvl="8" indent="-318329" algn="l" rtl="0">
              <a:lnSpc>
                <a:spcPct val="100000"/>
              </a:lnSpc>
              <a:spcBef>
                <a:spcPts val="464"/>
              </a:spcBef>
              <a:spcAft>
                <a:spcPts val="0"/>
              </a:spcAft>
              <a:buClr>
                <a:srgbClr val="000000"/>
              </a:buClr>
              <a:buSzPts val="1800"/>
              <a:buFont typeface="Arial"/>
              <a:buChar char="»"/>
              <a:defRPr sz="1687" b="0" i="0" u="none" strike="noStrike" cap="none">
                <a:solidFill>
                  <a:srgbClr val="000000"/>
                </a:solidFill>
                <a:latin typeface="Calibri"/>
                <a:ea typeface="Calibri"/>
                <a:cs typeface="Calibri"/>
                <a:sym typeface="Calibri"/>
              </a:defRPr>
            </a:lvl9pPr>
          </a:lstStyle>
          <a:p>
            <a:endParaRPr/>
          </a:p>
        </p:txBody>
      </p:sp>
      <p:sp>
        <p:nvSpPr>
          <p:cNvPr id="79" name="Shape 79"/>
          <p:cNvSpPr txBox="1">
            <a:spLocks noGrp="1"/>
          </p:cNvSpPr>
          <p:nvPr>
            <p:ph type="dt" idx="10"/>
          </p:nvPr>
        </p:nvSpPr>
        <p:spPr>
          <a:xfrm>
            <a:off x="457200" y="6356361"/>
            <a:ext cx="2125662" cy="357187"/>
          </a:xfrm>
          <a:prstGeom prst="rect">
            <a:avLst/>
          </a:prstGeom>
          <a:noFill/>
          <a:ln>
            <a:noFill/>
          </a:ln>
        </p:spPr>
        <p:txBody>
          <a:bodyPr spcFirstLastPara="1" wrap="square" lIns="150913" tIns="150913" rIns="150913" bIns="150913" anchor="ctr" anchorCtr="0"/>
          <a:lstStyle>
            <a:lvl1pPr marL="0" marR="0" lvl="0" indent="0" algn="l" rtl="0">
              <a:lnSpc>
                <a:spcPct val="100000"/>
              </a:lnSpc>
              <a:spcBef>
                <a:spcPts val="0"/>
              </a:spcBef>
              <a:spcAft>
                <a:spcPts val="0"/>
              </a:spcAft>
              <a:buClr>
                <a:schemeClr val="lt1"/>
              </a:buClr>
              <a:buSzPts val="1800"/>
              <a:buFont typeface="Calibri"/>
              <a:buNone/>
              <a:defRPr sz="1687" b="0" i="0" u="none" strike="noStrike" cap="none">
                <a:solidFill>
                  <a:schemeClr val="lt1"/>
                </a:solidFill>
                <a:latin typeface="Calibri"/>
                <a:ea typeface="Calibri"/>
                <a:cs typeface="Calibri"/>
                <a:sym typeface="Calibri"/>
              </a:defRPr>
            </a:lvl1pPr>
            <a:lvl2pPr marL="424438" marR="0" lvl="1" indent="0" algn="l" rtl="0">
              <a:lnSpc>
                <a:spcPct val="100000"/>
              </a:lnSpc>
              <a:spcBef>
                <a:spcPts val="0"/>
              </a:spcBef>
              <a:spcAft>
                <a:spcPts val="0"/>
              </a:spcAft>
              <a:buClr>
                <a:schemeClr val="lt1"/>
              </a:buClr>
              <a:buSzPts val="1800"/>
              <a:buFont typeface="Calibri"/>
              <a:buNone/>
              <a:defRPr sz="1687" b="0" i="0" u="none" strike="noStrike" cap="none">
                <a:solidFill>
                  <a:schemeClr val="lt1"/>
                </a:solidFill>
                <a:latin typeface="Calibri"/>
                <a:ea typeface="Calibri"/>
                <a:cs typeface="Calibri"/>
                <a:sym typeface="Calibri"/>
              </a:defRPr>
            </a:lvl2pPr>
            <a:lvl3pPr marL="848875" marR="0" lvl="2" indent="0" algn="l" rtl="0">
              <a:lnSpc>
                <a:spcPct val="100000"/>
              </a:lnSpc>
              <a:spcBef>
                <a:spcPts val="0"/>
              </a:spcBef>
              <a:spcAft>
                <a:spcPts val="0"/>
              </a:spcAft>
              <a:buClr>
                <a:schemeClr val="lt1"/>
              </a:buClr>
              <a:buSzPts val="1800"/>
              <a:buFont typeface="Calibri"/>
              <a:buNone/>
              <a:defRPr sz="1687" b="0" i="0" u="none" strike="noStrike" cap="none">
                <a:solidFill>
                  <a:schemeClr val="lt1"/>
                </a:solidFill>
                <a:latin typeface="Calibri"/>
                <a:ea typeface="Calibri"/>
                <a:cs typeface="Calibri"/>
                <a:sym typeface="Calibri"/>
              </a:defRPr>
            </a:lvl3pPr>
            <a:lvl4pPr marL="1273313" marR="0" lvl="3" indent="0" algn="l" rtl="0">
              <a:lnSpc>
                <a:spcPct val="100000"/>
              </a:lnSpc>
              <a:spcBef>
                <a:spcPts val="0"/>
              </a:spcBef>
              <a:spcAft>
                <a:spcPts val="0"/>
              </a:spcAft>
              <a:buClr>
                <a:schemeClr val="lt1"/>
              </a:buClr>
              <a:buSzPts val="1800"/>
              <a:buFont typeface="Calibri"/>
              <a:buNone/>
              <a:defRPr sz="1687" b="0" i="0" u="none" strike="noStrike" cap="none">
                <a:solidFill>
                  <a:schemeClr val="lt1"/>
                </a:solidFill>
                <a:latin typeface="Calibri"/>
                <a:ea typeface="Calibri"/>
                <a:cs typeface="Calibri"/>
                <a:sym typeface="Calibri"/>
              </a:defRPr>
            </a:lvl4pPr>
            <a:lvl5pPr marL="1697751" marR="0" lvl="4" indent="0" algn="l" rtl="0">
              <a:lnSpc>
                <a:spcPct val="100000"/>
              </a:lnSpc>
              <a:spcBef>
                <a:spcPts val="0"/>
              </a:spcBef>
              <a:spcAft>
                <a:spcPts val="0"/>
              </a:spcAft>
              <a:buClr>
                <a:schemeClr val="lt1"/>
              </a:buClr>
              <a:buSzPts val="1800"/>
              <a:buFont typeface="Calibri"/>
              <a:buNone/>
              <a:defRPr sz="1687" b="0" i="0" u="none" strike="noStrike" cap="none">
                <a:solidFill>
                  <a:schemeClr val="lt1"/>
                </a:solidFill>
                <a:latin typeface="Calibri"/>
                <a:ea typeface="Calibri"/>
                <a:cs typeface="Calibri"/>
                <a:sym typeface="Calibri"/>
              </a:defRPr>
            </a:lvl5pPr>
            <a:lvl6pPr marL="2122188" marR="0" lvl="5" indent="0" algn="l" rtl="0">
              <a:lnSpc>
                <a:spcPct val="100000"/>
              </a:lnSpc>
              <a:spcBef>
                <a:spcPts val="0"/>
              </a:spcBef>
              <a:spcAft>
                <a:spcPts val="0"/>
              </a:spcAft>
              <a:buClr>
                <a:schemeClr val="lt1"/>
              </a:buClr>
              <a:buSzPts val="1800"/>
              <a:buFont typeface="Calibri"/>
              <a:buNone/>
              <a:defRPr sz="1687" b="0" i="0" u="none" strike="noStrike" cap="none">
                <a:solidFill>
                  <a:schemeClr val="lt1"/>
                </a:solidFill>
                <a:latin typeface="Calibri"/>
                <a:ea typeface="Calibri"/>
                <a:cs typeface="Calibri"/>
                <a:sym typeface="Calibri"/>
              </a:defRPr>
            </a:lvl6pPr>
            <a:lvl7pPr marL="2971064" marR="0" lvl="6" indent="0" algn="l" rtl="0">
              <a:lnSpc>
                <a:spcPct val="100000"/>
              </a:lnSpc>
              <a:spcBef>
                <a:spcPts val="0"/>
              </a:spcBef>
              <a:spcAft>
                <a:spcPts val="0"/>
              </a:spcAft>
              <a:buClr>
                <a:schemeClr val="lt1"/>
              </a:buClr>
              <a:buSzPts val="1800"/>
              <a:buFont typeface="Calibri"/>
              <a:buNone/>
              <a:defRPr sz="1687" b="0" i="0" u="none" strike="noStrike" cap="none">
                <a:solidFill>
                  <a:schemeClr val="lt1"/>
                </a:solidFill>
                <a:latin typeface="Calibri"/>
                <a:ea typeface="Calibri"/>
                <a:cs typeface="Calibri"/>
                <a:sym typeface="Calibri"/>
              </a:defRPr>
            </a:lvl7pPr>
            <a:lvl8pPr marL="4244377" marR="0" lvl="7" indent="0" algn="l" rtl="0">
              <a:lnSpc>
                <a:spcPct val="100000"/>
              </a:lnSpc>
              <a:spcBef>
                <a:spcPts val="0"/>
              </a:spcBef>
              <a:spcAft>
                <a:spcPts val="0"/>
              </a:spcAft>
              <a:buClr>
                <a:schemeClr val="lt1"/>
              </a:buClr>
              <a:buSzPts val="1800"/>
              <a:buFont typeface="Calibri"/>
              <a:buNone/>
              <a:defRPr sz="1687" b="0" i="0" u="none" strike="noStrike" cap="none">
                <a:solidFill>
                  <a:schemeClr val="lt1"/>
                </a:solidFill>
                <a:latin typeface="Calibri"/>
                <a:ea typeface="Calibri"/>
                <a:cs typeface="Calibri"/>
                <a:sym typeface="Calibri"/>
              </a:defRPr>
            </a:lvl8pPr>
            <a:lvl9pPr marL="5942127" marR="0" lvl="8" indent="0" algn="l" rtl="0">
              <a:lnSpc>
                <a:spcPct val="100000"/>
              </a:lnSpc>
              <a:spcBef>
                <a:spcPts val="0"/>
              </a:spcBef>
              <a:spcAft>
                <a:spcPts val="0"/>
              </a:spcAft>
              <a:buClr>
                <a:schemeClr val="lt1"/>
              </a:buClr>
              <a:buSzPts val="1800"/>
              <a:buFont typeface="Calibri"/>
              <a:buNone/>
              <a:defRPr sz="1687" b="0" i="0" u="none" strike="noStrike" cap="none">
                <a:solidFill>
                  <a:schemeClr val="lt1"/>
                </a:solidFill>
                <a:latin typeface="Calibri"/>
                <a:ea typeface="Calibri"/>
                <a:cs typeface="Calibri"/>
                <a:sym typeface="Calibri"/>
              </a:defRPr>
            </a:lvl9pPr>
          </a:lstStyle>
          <a:p>
            <a:endParaRPr dirty="0"/>
          </a:p>
        </p:txBody>
      </p:sp>
      <p:sp>
        <p:nvSpPr>
          <p:cNvPr id="80" name="Shape 80"/>
          <p:cNvSpPr txBox="1">
            <a:spLocks noGrp="1"/>
          </p:cNvSpPr>
          <p:nvPr>
            <p:ph type="sldNum" idx="12"/>
          </p:nvPr>
        </p:nvSpPr>
        <p:spPr>
          <a:xfrm>
            <a:off x="6553200" y="6356361"/>
            <a:ext cx="2125662" cy="357187"/>
          </a:xfrm>
          <a:prstGeom prst="rect">
            <a:avLst/>
          </a:prstGeom>
          <a:noFill/>
          <a:ln>
            <a:noFill/>
          </a:ln>
        </p:spPr>
        <p:txBody>
          <a:bodyPr spcFirstLastPara="1" wrap="square" lIns="148561" tIns="77252" rIns="148561" bIns="77252" anchor="ctr" anchorCtr="0">
            <a:noAutofit/>
          </a:bodyPr>
          <a:lstStyle>
            <a:lvl1pPr marL="0" marR="0" lvl="0" indent="0" algn="r" rtl="0">
              <a:lnSpc>
                <a:spcPct val="100000"/>
              </a:lnSpc>
              <a:spcBef>
                <a:spcPts val="0"/>
              </a:spcBef>
              <a:spcAft>
                <a:spcPts val="0"/>
              </a:spcAft>
              <a:buClr>
                <a:srgbClr val="898989"/>
              </a:buClr>
              <a:buSzPts val="300"/>
              <a:buFont typeface="Calibri"/>
              <a:buNone/>
              <a:defRPr sz="1125"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300"/>
              <a:buFont typeface="Calibri"/>
              <a:buNone/>
              <a:defRPr sz="1125"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300"/>
              <a:buFont typeface="Calibri"/>
              <a:buNone/>
              <a:defRPr sz="1125"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300"/>
              <a:buFont typeface="Calibri"/>
              <a:buNone/>
              <a:defRPr sz="1125"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300"/>
              <a:buFont typeface="Calibri"/>
              <a:buNone/>
              <a:defRPr sz="1125"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300"/>
              <a:buFont typeface="Calibri"/>
              <a:buNone/>
              <a:defRPr sz="1125"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300"/>
              <a:buFont typeface="Calibri"/>
              <a:buNone/>
              <a:defRPr sz="1125"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300"/>
              <a:buFont typeface="Calibri"/>
              <a:buNone/>
              <a:defRPr sz="1125"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300"/>
              <a:buFont typeface="Calibri"/>
              <a:buNone/>
              <a:defRPr sz="1125"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1590471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image" Target="../media/image3.jpeg"/><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pPr>
              <a:defRPr/>
            </a:pPr>
            <a:fld id="{5837C1AC-9B80-47AA-BBDA-A73033D19A50}" type="datetime1">
              <a:rPr lang="en-IE" altLang="en-US" smtClean="0"/>
              <a:pPr>
                <a:defRPr/>
              </a:pPr>
              <a:t>09/09/2026</a:t>
            </a:fld>
            <a:endParaRPr lang="en-US" alt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pPr>
              <a:defRPr/>
            </a:pPr>
            <a:endParaRPr lang="en-US" alt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pPr>
              <a:defRPr/>
            </a:pPr>
            <a:fld id="{1C94075C-AE6C-4302-B61F-E41CAEFC7B6F}" type="slidenum">
              <a:rPr lang="en-US" altLang="en-US" smtClean="0"/>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28"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A7FBCA-0170-A045-A7B9-C21077D8ECE0}"/>
              </a:ext>
            </a:extLst>
          </p:cNvPr>
          <p:cNvSpPr>
            <a:spLocks noGrp="1"/>
          </p:cNvSpPr>
          <p:nvPr>
            <p:ph type="title"/>
          </p:nvPr>
        </p:nvSpPr>
        <p:spPr>
          <a:xfrm>
            <a:off x="485953" y="826329"/>
            <a:ext cx="7886700" cy="704101"/>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CAE127D-E475-0447-ABE5-C831EB30D39D}"/>
              </a:ext>
            </a:extLst>
          </p:cNvPr>
          <p:cNvSpPr>
            <a:spLocks noGrp="1"/>
          </p:cNvSpPr>
          <p:nvPr>
            <p:ph type="body" idx="1"/>
          </p:nvPr>
        </p:nvSpPr>
        <p:spPr>
          <a:xfrm>
            <a:off x="485953" y="1628354"/>
            <a:ext cx="7886700" cy="32220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8A1DA5F-71C7-C24D-A60E-69D381002AD5}"/>
              </a:ext>
            </a:extLst>
          </p:cNvPr>
          <p:cNvSpPr>
            <a:spLocks noGrp="1"/>
          </p:cNvSpPr>
          <p:nvPr>
            <p:ph type="dt" sz="half" idx="2"/>
          </p:nvPr>
        </p:nvSpPr>
        <p:spPr>
          <a:xfrm>
            <a:off x="485953" y="6318987"/>
            <a:ext cx="2057400" cy="365125"/>
          </a:xfrm>
          <a:prstGeom prst="rect">
            <a:avLst/>
          </a:prstGeom>
        </p:spPr>
        <p:txBody>
          <a:bodyPr vert="horz" lIns="91440" tIns="45720" rIns="91440" bIns="45720" rtlCol="0" anchor="ctr">
            <a:noAutofit/>
          </a:bodyPr>
          <a:lstStyle>
            <a:lvl1pPr algn="l">
              <a:defRPr sz="900">
                <a:solidFill>
                  <a:srgbClr val="005336"/>
                </a:solidFill>
                <a:latin typeface="Helvetica" pitchFamily="2" charset="0"/>
              </a:defRPr>
            </a:lvl1pPr>
          </a:lstStyle>
          <a:p>
            <a:endParaRPr lang="en-US" dirty="0"/>
          </a:p>
        </p:txBody>
      </p:sp>
      <p:sp>
        <p:nvSpPr>
          <p:cNvPr id="5" name="Footer Placeholder 4">
            <a:extLst>
              <a:ext uri="{FF2B5EF4-FFF2-40B4-BE49-F238E27FC236}">
                <a16:creationId xmlns:a16="http://schemas.microsoft.com/office/drawing/2014/main" id="{85C6C108-9FF4-4247-BF63-31A399B9D07C}"/>
              </a:ext>
            </a:extLst>
          </p:cNvPr>
          <p:cNvSpPr>
            <a:spLocks noGrp="1"/>
          </p:cNvSpPr>
          <p:nvPr>
            <p:ph type="ftr" sz="quarter" idx="3"/>
          </p:nvPr>
        </p:nvSpPr>
        <p:spPr>
          <a:xfrm>
            <a:off x="2543352" y="6318987"/>
            <a:ext cx="3086100" cy="365125"/>
          </a:xfrm>
          <a:prstGeom prst="rect">
            <a:avLst/>
          </a:prstGeom>
        </p:spPr>
        <p:txBody>
          <a:bodyPr vert="horz" lIns="91440" tIns="45720" rIns="91440" bIns="45720" rtlCol="0" anchor="ctr">
            <a:noAutofit/>
          </a:bodyPr>
          <a:lstStyle>
            <a:lvl1pPr algn="ctr">
              <a:defRPr sz="900">
                <a:solidFill>
                  <a:srgbClr val="005336"/>
                </a:solidFill>
                <a:latin typeface="Helvetica" pitchFamily="2" charset="0"/>
              </a:defRPr>
            </a:lvl1pPr>
          </a:lstStyle>
          <a:p>
            <a:endParaRPr lang="en-US" dirty="0"/>
          </a:p>
        </p:txBody>
      </p:sp>
      <p:sp>
        <p:nvSpPr>
          <p:cNvPr id="6" name="Slide Number Placeholder 5">
            <a:extLst>
              <a:ext uri="{FF2B5EF4-FFF2-40B4-BE49-F238E27FC236}">
                <a16:creationId xmlns:a16="http://schemas.microsoft.com/office/drawing/2014/main" id="{8E2FD07C-4D6A-8244-A552-36C15D64DCD4}"/>
              </a:ext>
            </a:extLst>
          </p:cNvPr>
          <p:cNvSpPr>
            <a:spLocks noGrp="1"/>
          </p:cNvSpPr>
          <p:nvPr>
            <p:ph type="sldNum" sz="quarter" idx="4"/>
          </p:nvPr>
        </p:nvSpPr>
        <p:spPr>
          <a:xfrm>
            <a:off x="5629453" y="6318987"/>
            <a:ext cx="1677890" cy="365125"/>
          </a:xfrm>
          <a:prstGeom prst="rect">
            <a:avLst/>
          </a:prstGeom>
        </p:spPr>
        <p:txBody>
          <a:bodyPr vert="horz" lIns="91440" tIns="45720" rIns="91440" bIns="45720" rtlCol="0" anchor="ctr">
            <a:noAutofit/>
          </a:bodyPr>
          <a:lstStyle>
            <a:lvl1pPr algn="r">
              <a:defRPr sz="900">
                <a:solidFill>
                  <a:srgbClr val="005336"/>
                </a:solidFill>
                <a:latin typeface="Helvetica" pitchFamily="2" charset="0"/>
              </a:defRPr>
            </a:lvl1pPr>
          </a:lstStyle>
          <a:p>
            <a:fld id="{78BCC47E-4B7D-1647-9F80-3037E352F95F}" type="slidenum">
              <a:rPr lang="en-US" smtClean="0"/>
              <a:pPr/>
              <a:t>‹#›</a:t>
            </a:fld>
            <a:endParaRPr lang="en-US" dirty="0"/>
          </a:p>
        </p:txBody>
      </p:sp>
    </p:spTree>
    <p:extLst>
      <p:ext uri="{BB962C8B-B14F-4D97-AF65-F5344CB8AC3E}">
        <p14:creationId xmlns:p14="http://schemas.microsoft.com/office/powerpoint/2010/main" val="339698743"/>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Lst>
  <p:hf hdr="0" ftr="0" dt="0"/>
  <p:txStyles>
    <p:titleStyle>
      <a:lvl1pPr algn="l" defTabSz="685758" rtl="0" eaLnBrk="1" latinLnBrk="0" hangingPunct="1">
        <a:lnSpc>
          <a:spcPct val="90000"/>
        </a:lnSpc>
        <a:spcBef>
          <a:spcPct val="0"/>
        </a:spcBef>
        <a:buNone/>
        <a:defRPr sz="2531" b="0" kern="1200">
          <a:solidFill>
            <a:srgbClr val="005336"/>
          </a:solidFill>
          <a:latin typeface="Georgia" panose="02040502050405020303" pitchFamily="18" charset="0"/>
          <a:ea typeface="+mj-ea"/>
          <a:cs typeface="+mj-cs"/>
        </a:defRPr>
      </a:lvl1pPr>
    </p:titleStyle>
    <p:bodyStyle>
      <a:lvl1pPr marL="171439" indent="-171439" algn="l" defTabSz="685758" rtl="0" eaLnBrk="1" latinLnBrk="0" hangingPunct="1">
        <a:lnSpc>
          <a:spcPct val="90000"/>
        </a:lnSpc>
        <a:spcBef>
          <a:spcPts val="750"/>
        </a:spcBef>
        <a:buFont typeface="Arial" panose="020B0604020202020204" pitchFamily="34" charset="0"/>
        <a:buChar char="•"/>
        <a:defRPr sz="1294" kern="1200">
          <a:solidFill>
            <a:srgbClr val="005336"/>
          </a:solidFill>
          <a:latin typeface="Helvetica" pitchFamily="2" charset="0"/>
          <a:ea typeface="+mn-ea"/>
          <a:cs typeface="+mn-cs"/>
        </a:defRPr>
      </a:lvl1pPr>
      <a:lvl2pPr marL="514318" indent="-171439" algn="l" defTabSz="685758" rtl="0" eaLnBrk="1" latinLnBrk="0" hangingPunct="1">
        <a:lnSpc>
          <a:spcPct val="90000"/>
        </a:lnSpc>
        <a:spcBef>
          <a:spcPts val="375"/>
        </a:spcBef>
        <a:buFont typeface="Arial" panose="020B0604020202020204" pitchFamily="34" charset="0"/>
        <a:buChar char="•"/>
        <a:defRPr sz="1294" kern="1200">
          <a:solidFill>
            <a:srgbClr val="005336"/>
          </a:solidFill>
          <a:latin typeface="Helvetica" pitchFamily="2" charset="0"/>
          <a:ea typeface="+mn-ea"/>
          <a:cs typeface="+mn-cs"/>
        </a:defRPr>
      </a:lvl2pPr>
      <a:lvl3pPr marL="857198" indent="-171439" algn="l" defTabSz="685758" rtl="0" eaLnBrk="1" latinLnBrk="0" hangingPunct="1">
        <a:lnSpc>
          <a:spcPct val="90000"/>
        </a:lnSpc>
        <a:spcBef>
          <a:spcPts val="375"/>
        </a:spcBef>
        <a:buFont typeface="Arial" panose="020B0604020202020204" pitchFamily="34" charset="0"/>
        <a:buChar char="•"/>
        <a:defRPr sz="1294" kern="1200">
          <a:solidFill>
            <a:srgbClr val="005336"/>
          </a:solidFill>
          <a:latin typeface="Helvetica" pitchFamily="2" charset="0"/>
          <a:ea typeface="+mn-ea"/>
          <a:cs typeface="+mn-cs"/>
        </a:defRPr>
      </a:lvl3pPr>
      <a:lvl4pPr marL="1200077" indent="-171439" algn="l" defTabSz="685758" rtl="0" eaLnBrk="1" latinLnBrk="0" hangingPunct="1">
        <a:lnSpc>
          <a:spcPct val="90000"/>
        </a:lnSpc>
        <a:spcBef>
          <a:spcPts val="375"/>
        </a:spcBef>
        <a:buFont typeface="Arial" panose="020B0604020202020204" pitchFamily="34" charset="0"/>
        <a:buChar char="•"/>
        <a:defRPr sz="1294" kern="1200">
          <a:solidFill>
            <a:srgbClr val="005336"/>
          </a:solidFill>
          <a:latin typeface="Helvetica" pitchFamily="2" charset="0"/>
          <a:ea typeface="+mn-ea"/>
          <a:cs typeface="+mn-cs"/>
        </a:defRPr>
      </a:lvl4pPr>
      <a:lvl5pPr marL="1542956" indent="-171439" algn="l" defTabSz="685758" rtl="0" eaLnBrk="1" latinLnBrk="0" hangingPunct="1">
        <a:lnSpc>
          <a:spcPct val="90000"/>
        </a:lnSpc>
        <a:spcBef>
          <a:spcPts val="375"/>
        </a:spcBef>
        <a:buFont typeface="Arial" panose="020B0604020202020204" pitchFamily="34" charset="0"/>
        <a:buChar char="•"/>
        <a:defRPr sz="1294" kern="1200">
          <a:solidFill>
            <a:srgbClr val="005336"/>
          </a:solidFill>
          <a:latin typeface="Helvetica" pitchFamily="2" charset="0"/>
          <a:ea typeface="+mn-ea"/>
          <a:cs typeface="+mn-cs"/>
        </a:defRPr>
      </a:lvl5pPr>
      <a:lvl6pPr marL="1885835" indent="-171439" algn="l" defTabSz="685758"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14" indent="-171439" algn="l" defTabSz="685758"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593" indent="-171439" algn="l" defTabSz="685758"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472" indent="-171439" algn="l" defTabSz="685758"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58" rtl="0" eaLnBrk="1" latinLnBrk="0" hangingPunct="1">
        <a:defRPr sz="1350" kern="1200">
          <a:solidFill>
            <a:schemeClr val="tx1"/>
          </a:solidFill>
          <a:latin typeface="+mn-lt"/>
          <a:ea typeface="+mn-ea"/>
          <a:cs typeface="+mn-cs"/>
        </a:defRPr>
      </a:lvl1pPr>
      <a:lvl2pPr marL="342879" algn="l" defTabSz="685758" rtl="0" eaLnBrk="1" latinLnBrk="0" hangingPunct="1">
        <a:defRPr sz="1350" kern="1200">
          <a:solidFill>
            <a:schemeClr val="tx1"/>
          </a:solidFill>
          <a:latin typeface="+mn-lt"/>
          <a:ea typeface="+mn-ea"/>
          <a:cs typeface="+mn-cs"/>
        </a:defRPr>
      </a:lvl2pPr>
      <a:lvl3pPr marL="685758" algn="l" defTabSz="685758" rtl="0" eaLnBrk="1" latinLnBrk="0" hangingPunct="1">
        <a:defRPr sz="1350" kern="1200">
          <a:solidFill>
            <a:schemeClr val="tx1"/>
          </a:solidFill>
          <a:latin typeface="+mn-lt"/>
          <a:ea typeface="+mn-ea"/>
          <a:cs typeface="+mn-cs"/>
        </a:defRPr>
      </a:lvl3pPr>
      <a:lvl4pPr marL="1028637" algn="l" defTabSz="685758" rtl="0" eaLnBrk="1" latinLnBrk="0" hangingPunct="1">
        <a:defRPr sz="1350" kern="1200">
          <a:solidFill>
            <a:schemeClr val="tx1"/>
          </a:solidFill>
          <a:latin typeface="+mn-lt"/>
          <a:ea typeface="+mn-ea"/>
          <a:cs typeface="+mn-cs"/>
        </a:defRPr>
      </a:lvl4pPr>
      <a:lvl5pPr marL="1371516" algn="l" defTabSz="685758" rtl="0" eaLnBrk="1" latinLnBrk="0" hangingPunct="1">
        <a:defRPr sz="1350" kern="1200">
          <a:solidFill>
            <a:schemeClr val="tx1"/>
          </a:solidFill>
          <a:latin typeface="+mn-lt"/>
          <a:ea typeface="+mn-ea"/>
          <a:cs typeface="+mn-cs"/>
        </a:defRPr>
      </a:lvl5pPr>
      <a:lvl6pPr marL="1714395" algn="l" defTabSz="685758" rtl="0" eaLnBrk="1" latinLnBrk="0" hangingPunct="1">
        <a:defRPr sz="1350" kern="1200">
          <a:solidFill>
            <a:schemeClr val="tx1"/>
          </a:solidFill>
          <a:latin typeface="+mn-lt"/>
          <a:ea typeface="+mn-ea"/>
          <a:cs typeface="+mn-cs"/>
        </a:defRPr>
      </a:lvl6pPr>
      <a:lvl7pPr marL="2057274" algn="l" defTabSz="685758" rtl="0" eaLnBrk="1" latinLnBrk="0" hangingPunct="1">
        <a:defRPr sz="1350" kern="1200">
          <a:solidFill>
            <a:schemeClr val="tx1"/>
          </a:solidFill>
          <a:latin typeface="+mn-lt"/>
          <a:ea typeface="+mn-ea"/>
          <a:cs typeface="+mn-cs"/>
        </a:defRPr>
      </a:lvl7pPr>
      <a:lvl8pPr marL="2400153" algn="l" defTabSz="685758" rtl="0" eaLnBrk="1" latinLnBrk="0" hangingPunct="1">
        <a:defRPr sz="1350" kern="1200">
          <a:solidFill>
            <a:schemeClr val="tx1"/>
          </a:solidFill>
          <a:latin typeface="+mn-lt"/>
          <a:ea typeface="+mn-ea"/>
          <a:cs typeface="+mn-cs"/>
        </a:defRPr>
      </a:lvl8pPr>
      <a:lvl9pPr marL="2743033" algn="l" defTabSz="685758"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mailto:j.j.Collins@ul.ie" TargetMode="Externa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g"/><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buildingplan.net/wp-content/uploads/2012/02/Building-Blueprints.jp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2.xml.rels><?xml version="1.0" encoding="UTF-8" standalone="yes"?>
<Relationships xmlns="http://schemas.openxmlformats.org/package/2006/relationships"><Relationship Id="rId8" Type="http://schemas.openxmlformats.org/officeDocument/2006/relationships/image" Target="../media/image28.jp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FCB0A-7993-BA4C-8272-98FAE8DB7368}"/>
              </a:ext>
            </a:extLst>
          </p:cNvPr>
          <p:cNvSpPr>
            <a:spLocks noGrp="1"/>
          </p:cNvSpPr>
          <p:nvPr>
            <p:ph type="ctrTitle"/>
          </p:nvPr>
        </p:nvSpPr>
        <p:spPr>
          <a:xfrm>
            <a:off x="530890" y="1916832"/>
            <a:ext cx="8455070" cy="3546352"/>
          </a:xfrm>
        </p:spPr>
        <p:txBody>
          <a:bodyPr>
            <a:normAutofit fontScale="90000"/>
          </a:bodyPr>
          <a:lstStyle/>
          <a:p>
            <a:pPr>
              <a:lnSpc>
                <a:spcPct val="150000"/>
              </a:lnSpc>
              <a:spcBef>
                <a:spcPts val="0"/>
              </a:spcBef>
            </a:pPr>
            <a:r>
              <a:rPr lang="en-US" sz="3374" dirty="0"/>
              <a:t>CS6451: Advanced Software Design </a:t>
            </a:r>
            <a:br>
              <a:rPr lang="en-US" sz="3374" dirty="0"/>
            </a:br>
            <a:r>
              <a:rPr lang="en-US" sz="4106" dirty="0"/>
              <a:t>Lecture A: </a:t>
            </a:r>
            <a:r>
              <a:rPr lang="en-IE" sz="3374" dirty="0">
                <a:effectLst>
                  <a:outerShdw blurRad="38100" dist="38100" dir="2700000" algn="tl">
                    <a:srgbClr val="000000">
                      <a:alpha val="43137"/>
                    </a:srgbClr>
                  </a:outerShdw>
                </a:effectLst>
              </a:rPr>
              <a:t>Introduction, Good Software, </a:t>
            </a:r>
            <a:br>
              <a:rPr lang="en-IE" sz="3374" dirty="0">
                <a:effectLst>
                  <a:outerShdw blurRad="38100" dist="38100" dir="2700000" algn="tl">
                    <a:srgbClr val="000000">
                      <a:alpha val="43137"/>
                    </a:srgbClr>
                  </a:outerShdw>
                </a:effectLst>
              </a:rPr>
            </a:br>
            <a:r>
              <a:rPr lang="en-IE" sz="3374" dirty="0">
                <a:effectLst>
                  <a:outerShdw blurRad="38100" dist="38100" dir="2700000" algn="tl">
                    <a:srgbClr val="000000">
                      <a:alpha val="43137"/>
                    </a:srgbClr>
                  </a:outerShdw>
                </a:effectLst>
              </a:rPr>
              <a:t>			  and Recap on the OO Paradigm </a:t>
            </a:r>
            <a:br>
              <a:rPr lang="en-IE" sz="3374" dirty="0">
                <a:effectLst>
                  <a:outerShdw blurRad="38100" dist="38100" dir="2700000" algn="tl">
                    <a:srgbClr val="000000">
                      <a:alpha val="43137"/>
                    </a:srgbClr>
                  </a:outerShdw>
                </a:effectLst>
              </a:rPr>
            </a:br>
            <a:br>
              <a:rPr lang="en-US" sz="2475" dirty="0"/>
            </a:br>
            <a:r>
              <a:rPr lang="en-US" sz="2475" dirty="0"/>
              <a:t>J.J. Collins</a:t>
            </a:r>
            <a:br>
              <a:rPr lang="en-US" sz="2475" dirty="0"/>
            </a:br>
            <a:r>
              <a:rPr lang="en-US" sz="2475" dirty="0"/>
              <a:t>Dept. of CSIS</a:t>
            </a:r>
            <a:br>
              <a:rPr lang="en-US" sz="2475" dirty="0"/>
            </a:br>
            <a:r>
              <a:rPr lang="en-US" sz="2475" dirty="0"/>
              <a:t>University of Limerick</a:t>
            </a:r>
            <a:endParaRPr lang="en-US" sz="1350" dirty="0"/>
          </a:p>
        </p:txBody>
      </p:sp>
    </p:spTree>
    <p:extLst>
      <p:ext uri="{BB962C8B-B14F-4D97-AF65-F5344CB8AC3E}">
        <p14:creationId xmlns:p14="http://schemas.microsoft.com/office/powerpoint/2010/main" val="3341716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r" defTabSz="712984" rtl="0" eaLnBrk="1" fontAlgn="auto" latinLnBrk="0" hangingPunct="1">
              <a:lnSpc>
                <a:spcPct val="100000"/>
              </a:lnSpc>
              <a:spcBef>
                <a:spcPts val="0"/>
              </a:spcBef>
              <a:spcAft>
                <a:spcPts val="0"/>
              </a:spcAft>
              <a:buClrTx/>
              <a:buSzTx/>
              <a:buFontTx/>
              <a:buNone/>
              <a:tabLst/>
              <a:defRPr/>
            </a:pPr>
            <a:fld id="{86CB4B4D-7CA3-9044-876B-883B54F8677D}" type="slidenum">
              <a:rPr kumimoji="0" sz="900" b="0" i="0" u="none" strike="noStrike" kern="1200" cap="none" spc="0" normalizeH="0" baseline="0" noProof="0">
                <a:ln>
                  <a:noFill/>
                </a:ln>
                <a:solidFill>
                  <a:srgbClr val="005336"/>
                </a:solidFill>
                <a:effectLst/>
                <a:uLnTx/>
                <a:uFillTx/>
                <a:latin typeface="Helvetica" pitchFamily="2" charset="0"/>
                <a:ea typeface="+mn-ea"/>
                <a:cs typeface="+mn-cs"/>
              </a:rPr>
              <a:pPr marL="0" marR="0" lvl="0" indent="0" algn="r" defTabSz="712984" rtl="0" eaLnBrk="1" fontAlgn="auto" latinLnBrk="0" hangingPunct="1">
                <a:lnSpc>
                  <a:spcPct val="100000"/>
                </a:lnSpc>
                <a:spcBef>
                  <a:spcPts val="0"/>
                </a:spcBef>
                <a:spcAft>
                  <a:spcPts val="0"/>
                </a:spcAft>
                <a:buClrTx/>
                <a:buSzTx/>
                <a:buFontTx/>
                <a:buNone/>
                <a:tabLst/>
                <a:defRPr/>
              </a:pPr>
              <a:t>2</a:t>
            </a:fld>
            <a:endParaRPr kumimoji="0"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152" name="Rectangle"/>
          <p:cNvSpPr/>
          <p:nvPr/>
        </p:nvSpPr>
        <p:spPr>
          <a:xfrm>
            <a:off x="0" y="857251"/>
            <a:ext cx="762000" cy="5143500"/>
          </a:xfrm>
          <a:prstGeom prst="rect">
            <a:avLst/>
          </a:prstGeom>
          <a:solidFill>
            <a:srgbClr val="202329"/>
          </a:solidFill>
          <a:ln w="12700">
            <a:miter lim="400000"/>
          </a:ln>
        </p:spPr>
        <p:txBody>
          <a:bodyPr lIns="0" tIns="0" rIns="0" bIns="0" anchor="ctr"/>
          <a:lstStyle/>
          <a:p>
            <a:pPr marL="0" marR="0" lvl="0" indent="0" algn="l" defTabSz="712984"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sz="1200" b="0" i="0" u="none" strike="noStrike" kern="1200" cap="none" spc="0" normalizeH="0" baseline="0" noProof="0" dirty="0">
              <a:ln>
                <a:noFill/>
              </a:ln>
              <a:solidFill>
                <a:srgbClr val="FFFFFF"/>
              </a:solidFill>
              <a:effectLst/>
              <a:uLnTx/>
              <a:uFillTx/>
              <a:latin typeface="Arial" panose="020B0604020202020204"/>
              <a:ea typeface="+mn-ea"/>
              <a:cs typeface="+mn-cs"/>
              <a:sym typeface="Helvetica Neue Medium"/>
            </a:endParaRPr>
          </a:p>
        </p:txBody>
      </p:sp>
      <p:sp>
        <p:nvSpPr>
          <p:cNvPr id="154" name="M Point"/>
          <p:cNvSpPr txBox="1"/>
          <p:nvPr/>
        </p:nvSpPr>
        <p:spPr>
          <a:xfrm rot="16200000">
            <a:off x="204830" y="3616420"/>
            <a:ext cx="355867" cy="14401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ctr">
            <a:spAutoFit/>
          </a:bodyPr>
          <a:lstStyle>
            <a:lvl1pPr algn="l">
              <a:defRPr b="0">
                <a:solidFill>
                  <a:srgbClr val="F7F9FF"/>
                </a:solidFill>
                <a:latin typeface="Poppins Medium"/>
                <a:ea typeface="Poppins Medium"/>
                <a:cs typeface="Poppins Medium"/>
                <a:sym typeface="Poppins Medium"/>
              </a:defRPr>
            </a:lvl1pPr>
          </a:lstStyle>
          <a:p>
            <a:pPr marL="0" marR="0" lvl="0" indent="0" algn="l" defTabSz="712984" rtl="0" eaLnBrk="1" fontAlgn="auto" latinLnBrk="0" hangingPunct="1">
              <a:lnSpc>
                <a:spcPct val="100000"/>
              </a:lnSpc>
              <a:spcBef>
                <a:spcPts val="0"/>
              </a:spcBef>
              <a:spcAft>
                <a:spcPts val="0"/>
              </a:spcAft>
              <a:buClrTx/>
              <a:buSzTx/>
              <a:buFontTx/>
              <a:buNone/>
              <a:tabLst/>
              <a:defRPr/>
            </a:pPr>
            <a:r>
              <a:rPr kumimoji="0" lang="en-IE" sz="936" b="0" i="0" u="none" strike="noStrike" kern="1200" cap="none" spc="0" normalizeH="0" baseline="0" noProof="0" dirty="0">
                <a:ln>
                  <a:noFill/>
                </a:ln>
                <a:solidFill>
                  <a:srgbClr val="F7F9FF"/>
                </a:solidFill>
                <a:effectLst/>
                <a:uLnTx/>
                <a:uFillTx/>
                <a:latin typeface="Poppins Medium"/>
                <a:sym typeface="Poppins Medium"/>
              </a:rPr>
              <a:t>721721</a:t>
            </a:r>
            <a:endParaRPr kumimoji="0" lang="ga-IE" sz="936" b="0" i="0" u="none" strike="noStrike" kern="1200" cap="none" spc="0" normalizeH="0" baseline="0" noProof="0" dirty="0">
              <a:ln>
                <a:noFill/>
              </a:ln>
              <a:solidFill>
                <a:srgbClr val="F7F9FF"/>
              </a:solidFill>
              <a:effectLst/>
              <a:uLnTx/>
              <a:uFillTx/>
              <a:latin typeface="Poppins Medium"/>
              <a:sym typeface="Poppins Medium"/>
            </a:endParaRPr>
          </a:p>
        </p:txBody>
      </p:sp>
      <p:sp>
        <p:nvSpPr>
          <p:cNvPr id="155" name="Seamlessly develop orthogonal readiness before…"/>
          <p:cNvSpPr txBox="1"/>
          <p:nvPr/>
        </p:nvSpPr>
        <p:spPr>
          <a:xfrm>
            <a:off x="5076056" y="1774730"/>
            <a:ext cx="4067944" cy="4259243"/>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marL="285750" marR="0" lvl="0" indent="-285750" algn="l" defTabSz="712984" rtl="0" eaLnBrk="1" fontAlgn="auto" latinLnBrk="0" hangingPunct="1">
              <a:lnSpc>
                <a:spcPct val="130000"/>
              </a:lnSpc>
              <a:spcBef>
                <a:spcPts val="0"/>
              </a:spcBef>
              <a:spcAft>
                <a:spcPts val="1200"/>
              </a:spcAft>
              <a:buClrTx/>
              <a:buSzTx/>
              <a:buFont typeface="Wingdings" panose="05000000000000000000" pitchFamily="2" charset="2"/>
              <a:buChar char="q"/>
              <a:tabLst/>
              <a:defRPr sz="1800" b="0">
                <a:solidFill>
                  <a:srgbClr val="696E78"/>
                </a:solidFill>
                <a:latin typeface="Poppins Light"/>
                <a:ea typeface="Poppins Light"/>
                <a:cs typeface="Poppins Light"/>
                <a:sym typeface="Poppins Light"/>
              </a:defRPr>
            </a:pPr>
            <a:r>
              <a:rPr kumimoji="0" lang="en-IE" sz="2000" b="0" i="0" u="none" strike="noStrike" kern="1200" cap="none" spc="0" normalizeH="0" baseline="0" noProof="0" dirty="0">
                <a:ln>
                  <a:noFill/>
                </a:ln>
                <a:solidFill>
                  <a:srgbClr val="E7E6E6">
                    <a:lumMod val="25000"/>
                  </a:srgbClr>
                </a:solidFill>
                <a:effectLst/>
                <a:uLnTx/>
                <a:uFillTx/>
                <a:latin typeface="Poppins Light"/>
                <a:sym typeface="Poppins Light"/>
              </a:rPr>
              <a:t>Outline assessment instruments</a:t>
            </a:r>
            <a:endParaRPr lang="en-IE" sz="2000" dirty="0">
              <a:solidFill>
                <a:srgbClr val="E7E6E6">
                  <a:lumMod val="25000"/>
                </a:srgbClr>
              </a:solidFill>
              <a:latin typeface="Poppins Light"/>
              <a:sym typeface="Poppins Light"/>
            </a:endParaRPr>
          </a:p>
          <a:p>
            <a:pPr marL="285750" marR="0" lvl="0" indent="-285750" algn="l" defTabSz="712984" rtl="0" eaLnBrk="1" fontAlgn="auto" latinLnBrk="0" hangingPunct="1">
              <a:lnSpc>
                <a:spcPct val="130000"/>
              </a:lnSpc>
              <a:spcBef>
                <a:spcPts val="0"/>
              </a:spcBef>
              <a:spcAft>
                <a:spcPts val="1200"/>
              </a:spcAft>
              <a:buClrTx/>
              <a:buSzTx/>
              <a:buFont typeface="Wingdings" panose="05000000000000000000" pitchFamily="2" charset="2"/>
              <a:buChar char="q"/>
              <a:tabLst/>
              <a:defRPr sz="1800" b="0">
                <a:solidFill>
                  <a:srgbClr val="696E78"/>
                </a:solidFill>
                <a:latin typeface="Poppins Light"/>
                <a:ea typeface="Poppins Light"/>
                <a:cs typeface="Poppins Light"/>
                <a:sym typeface="Poppins Light"/>
              </a:defRPr>
            </a:pPr>
            <a:r>
              <a:rPr kumimoji="0" lang="en-IE" sz="2000" b="0" i="0" u="none" strike="noStrike" kern="1200" cap="none" spc="0" normalizeH="0" baseline="0" noProof="0" dirty="0">
                <a:ln>
                  <a:noFill/>
                </a:ln>
                <a:solidFill>
                  <a:srgbClr val="E7E6E6">
                    <a:lumMod val="25000"/>
                  </a:srgbClr>
                </a:solidFill>
                <a:effectLst/>
                <a:uLnTx/>
                <a:uFillTx/>
                <a:latin typeface="Poppins Light"/>
                <a:sym typeface="Poppins Light"/>
              </a:rPr>
              <a:t> Walkthrough</a:t>
            </a:r>
            <a:r>
              <a:rPr kumimoji="0" lang="en-IE" sz="2000" b="0" i="0" u="none" strike="noStrike" kern="1200" cap="none" spc="0" normalizeH="0" noProof="0" dirty="0">
                <a:ln>
                  <a:noFill/>
                </a:ln>
                <a:solidFill>
                  <a:srgbClr val="E7E6E6">
                    <a:lumMod val="25000"/>
                  </a:srgbClr>
                </a:solidFill>
                <a:effectLst/>
                <a:uLnTx/>
                <a:uFillTx/>
                <a:latin typeface="Poppins Light"/>
                <a:sym typeface="Poppins Light"/>
              </a:rPr>
              <a:t> </a:t>
            </a:r>
            <a:r>
              <a:rPr kumimoji="0" lang="en-IE" sz="2000" b="0" i="0" u="none" strike="noStrike" kern="1200" cap="none" spc="0" normalizeH="0" baseline="0" noProof="0" dirty="0">
                <a:ln>
                  <a:noFill/>
                </a:ln>
                <a:solidFill>
                  <a:srgbClr val="E7E6E6">
                    <a:lumMod val="25000"/>
                  </a:srgbClr>
                </a:solidFill>
                <a:effectLst/>
                <a:uLnTx/>
                <a:uFillTx/>
                <a:latin typeface="Poppins Light"/>
                <a:sym typeface="Poppins Light"/>
              </a:rPr>
              <a:t>syllabus and recommended texts</a:t>
            </a:r>
            <a:endParaRPr kumimoji="0" lang="ga-IE" sz="2000" b="0" i="0" u="none" strike="noStrike" kern="1200" cap="none" spc="0" normalizeH="0" baseline="0" noProof="0" dirty="0">
              <a:ln>
                <a:noFill/>
              </a:ln>
              <a:solidFill>
                <a:srgbClr val="E7E6E6">
                  <a:lumMod val="25000"/>
                </a:srgbClr>
              </a:solidFill>
              <a:effectLst/>
              <a:uLnTx/>
              <a:uFillTx/>
              <a:latin typeface="Poppins Light"/>
              <a:sym typeface="Poppins Light"/>
            </a:endParaRPr>
          </a:p>
          <a:p>
            <a:pPr marL="285750" marR="0" lvl="0" indent="-285750" algn="l" defTabSz="712984" rtl="0" eaLnBrk="1" fontAlgn="auto" latinLnBrk="0" hangingPunct="1">
              <a:lnSpc>
                <a:spcPct val="130000"/>
              </a:lnSpc>
              <a:spcBef>
                <a:spcPts val="0"/>
              </a:spcBef>
              <a:spcAft>
                <a:spcPts val="1200"/>
              </a:spcAft>
              <a:buClrTx/>
              <a:buSzTx/>
              <a:buFont typeface="Wingdings" panose="05000000000000000000" pitchFamily="2" charset="2"/>
              <a:buChar char="q"/>
              <a:tabLst/>
              <a:defRPr sz="1800" b="0">
                <a:solidFill>
                  <a:srgbClr val="696E78"/>
                </a:solidFill>
                <a:latin typeface="Poppins Light"/>
                <a:ea typeface="Poppins Light"/>
                <a:cs typeface="Poppins Light"/>
                <a:sym typeface="Poppins Light"/>
              </a:defRPr>
            </a:pPr>
            <a:r>
              <a:rPr kumimoji="0" lang="en-IE" sz="2000" b="0" i="0" u="none" strike="noStrike" kern="1200" cap="none" spc="0" normalizeH="0" baseline="0" noProof="0" dirty="0">
                <a:ln>
                  <a:noFill/>
                </a:ln>
                <a:solidFill>
                  <a:srgbClr val="E7E6E6">
                    <a:lumMod val="25000"/>
                  </a:srgbClr>
                </a:solidFill>
                <a:effectLst/>
                <a:uLnTx/>
                <a:uFillTx/>
                <a:latin typeface="Poppins Light"/>
                <a:sym typeface="Poppins Light"/>
              </a:rPr>
              <a:t> Discuss</a:t>
            </a:r>
          </a:p>
          <a:p>
            <a:pPr marL="800100" lvl="1" indent="-342900" defTabSz="712984" fontAlgn="auto">
              <a:lnSpc>
                <a:spcPct val="130000"/>
              </a:lnSpc>
              <a:spcBef>
                <a:spcPts val="0"/>
              </a:spcBef>
              <a:spcAft>
                <a:spcPts val="1200"/>
              </a:spcAft>
              <a:buFont typeface="Wingdings" panose="05000000000000000000" pitchFamily="2" charset="2"/>
              <a:buChar char="§"/>
              <a:defRPr sz="1800" b="0">
                <a:solidFill>
                  <a:srgbClr val="696E78"/>
                </a:solidFill>
                <a:latin typeface="Poppins Light"/>
                <a:ea typeface="Poppins Light"/>
                <a:cs typeface="Poppins Light"/>
                <a:sym typeface="Poppins Light"/>
              </a:defRPr>
            </a:pPr>
            <a:r>
              <a:rPr lang="en-IE" sz="2000" dirty="0">
                <a:solidFill>
                  <a:srgbClr val="E7E6E6">
                    <a:lumMod val="25000"/>
                  </a:srgbClr>
                </a:solidFill>
                <a:latin typeface="Poppins Light"/>
                <a:sym typeface="Poppins Light"/>
              </a:rPr>
              <a:t>Characteristics of good software, </a:t>
            </a:r>
          </a:p>
          <a:p>
            <a:pPr marL="800100" lvl="1" indent="-342900" defTabSz="712984" fontAlgn="auto">
              <a:lnSpc>
                <a:spcPct val="130000"/>
              </a:lnSpc>
              <a:spcBef>
                <a:spcPts val="0"/>
              </a:spcBef>
              <a:spcAft>
                <a:spcPts val="1200"/>
              </a:spcAft>
              <a:buFont typeface="Wingdings" panose="05000000000000000000" pitchFamily="2" charset="2"/>
              <a:buChar char="§"/>
              <a:defRPr sz="1800" b="0">
                <a:solidFill>
                  <a:srgbClr val="696E78"/>
                </a:solidFill>
                <a:latin typeface="Poppins Light"/>
                <a:ea typeface="Poppins Light"/>
                <a:cs typeface="Poppins Light"/>
                <a:sym typeface="Poppins Light"/>
              </a:defRPr>
            </a:pPr>
            <a:r>
              <a:rPr lang="en-IE" sz="2000" dirty="0">
                <a:solidFill>
                  <a:srgbClr val="E7E6E6">
                    <a:lumMod val="25000"/>
                  </a:srgbClr>
                </a:solidFill>
                <a:latin typeface="Poppins Light"/>
                <a:sym typeface="Poppins Light"/>
              </a:rPr>
              <a:t>SLC, and </a:t>
            </a:r>
          </a:p>
          <a:p>
            <a:pPr marL="800100" lvl="1" indent="-342900" defTabSz="712984" fontAlgn="auto">
              <a:lnSpc>
                <a:spcPct val="130000"/>
              </a:lnSpc>
              <a:spcBef>
                <a:spcPts val="0"/>
              </a:spcBef>
              <a:spcAft>
                <a:spcPts val="1200"/>
              </a:spcAft>
              <a:buFont typeface="Wingdings" panose="05000000000000000000" pitchFamily="2" charset="2"/>
              <a:buChar char="§"/>
              <a:defRPr sz="1800" b="0">
                <a:solidFill>
                  <a:srgbClr val="696E78"/>
                </a:solidFill>
                <a:latin typeface="Poppins Light"/>
                <a:ea typeface="Poppins Light"/>
                <a:cs typeface="Poppins Light"/>
                <a:sym typeface="Poppins Light"/>
              </a:defRPr>
            </a:pPr>
            <a:r>
              <a:rPr lang="en-IE" sz="2000" dirty="0">
                <a:solidFill>
                  <a:srgbClr val="E7E6E6">
                    <a:lumMod val="25000"/>
                  </a:srgbClr>
                </a:solidFill>
                <a:latin typeface="Poppins Light"/>
                <a:sym typeface="Poppins Light"/>
              </a:rPr>
              <a:t>OO Paradigm</a:t>
            </a:r>
            <a:endParaRPr kumimoji="0" lang="ga-IE" sz="2000" b="0" i="0" u="none" strike="noStrike" kern="1200" cap="none" spc="0" normalizeH="0" baseline="0" noProof="0" dirty="0">
              <a:ln>
                <a:noFill/>
              </a:ln>
              <a:solidFill>
                <a:srgbClr val="E7E6E6">
                  <a:lumMod val="25000"/>
                </a:srgbClr>
              </a:solidFill>
              <a:effectLst/>
              <a:uLnTx/>
              <a:uFillTx/>
              <a:latin typeface="Poppins Light"/>
              <a:sym typeface="Poppins Light"/>
            </a:endParaRPr>
          </a:p>
          <a:p>
            <a:pPr marL="0" marR="0" lvl="0" indent="0" algn="l" defTabSz="712984" rtl="0" eaLnBrk="1" fontAlgn="auto" latinLnBrk="0" hangingPunct="1">
              <a:lnSpc>
                <a:spcPct val="130000"/>
              </a:lnSpc>
              <a:spcBef>
                <a:spcPts val="0"/>
              </a:spcBef>
              <a:spcAft>
                <a:spcPts val="0"/>
              </a:spcAft>
              <a:buClrTx/>
              <a:buSzTx/>
              <a:buFontTx/>
              <a:buNone/>
              <a:tabLst/>
              <a:defRPr sz="1800" b="0">
                <a:solidFill>
                  <a:srgbClr val="696E78"/>
                </a:solidFill>
                <a:latin typeface="Poppins Light"/>
                <a:ea typeface="Poppins Light"/>
                <a:cs typeface="Poppins Light"/>
                <a:sym typeface="Poppins Light"/>
              </a:defRPr>
            </a:pPr>
            <a:endParaRPr kumimoji="0" sz="675" b="0" i="0" u="none" strike="noStrike" kern="1200" cap="none" spc="0" normalizeH="0" baseline="0" noProof="0" dirty="0">
              <a:ln>
                <a:noFill/>
              </a:ln>
              <a:solidFill>
                <a:srgbClr val="696E78"/>
              </a:solidFill>
              <a:effectLst/>
              <a:uLnTx/>
              <a:uFillTx/>
              <a:latin typeface="Poppins Light"/>
              <a:sym typeface="Poppins Light"/>
            </a:endParaRPr>
          </a:p>
        </p:txBody>
      </p:sp>
      <p:sp>
        <p:nvSpPr>
          <p:cNvPr id="156" name="The secret to creativity is…"/>
          <p:cNvSpPr txBox="1"/>
          <p:nvPr/>
        </p:nvSpPr>
        <p:spPr>
          <a:xfrm>
            <a:off x="5835371" y="1052736"/>
            <a:ext cx="2943944" cy="31162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b">
            <a:spAutoFit/>
          </a:bodyPr>
          <a:lstStyle/>
          <a:p>
            <a:pPr marL="0" marR="0" lvl="0" indent="0" algn="l" defTabSz="712984" rtl="0" eaLnBrk="1" fontAlgn="auto" latinLnBrk="0" hangingPunct="1">
              <a:lnSpc>
                <a:spcPct val="100000"/>
              </a:lnSpc>
              <a:spcBef>
                <a:spcPts val="0"/>
              </a:spcBef>
              <a:spcAft>
                <a:spcPts val="0"/>
              </a:spcAft>
              <a:buClrTx/>
              <a:buSzTx/>
              <a:buFontTx/>
              <a:buNone/>
              <a:tabLst/>
              <a:defRPr b="0">
                <a:solidFill>
                  <a:srgbClr val="3D3D3D"/>
                </a:solidFill>
                <a:latin typeface="Poppins Medium"/>
                <a:ea typeface="Poppins Medium"/>
                <a:cs typeface="Poppins Medium"/>
                <a:sym typeface="Poppins Medium"/>
              </a:defRPr>
            </a:pPr>
            <a:r>
              <a:rPr kumimoji="0" lang="en-IE" sz="2025" b="0" i="0" u="none" strike="noStrike" kern="1200" cap="none" spc="0" normalizeH="0" baseline="0" noProof="0" dirty="0">
                <a:ln>
                  <a:noFill/>
                </a:ln>
                <a:solidFill>
                  <a:srgbClr val="00B140"/>
                </a:solidFill>
                <a:effectLst/>
                <a:uLnTx/>
                <a:uFillTx/>
                <a:latin typeface="Poppins Medium"/>
                <a:sym typeface="Poppins Medium"/>
              </a:rPr>
              <a:t>Objectives</a:t>
            </a:r>
            <a:endParaRPr kumimoji="0" sz="2025" b="0" i="0" u="none" strike="noStrike" kern="1200" cap="none" spc="0" normalizeH="0" baseline="0" noProof="0" dirty="0">
              <a:ln>
                <a:noFill/>
              </a:ln>
              <a:solidFill>
                <a:srgbClr val="3D3D3D"/>
              </a:solidFill>
              <a:effectLst/>
              <a:uLnTx/>
              <a:uFillTx/>
              <a:latin typeface="Poppins Medium"/>
              <a:sym typeface="Poppins Medium"/>
            </a:endParaRPr>
          </a:p>
        </p:txBody>
      </p:sp>
      <p:pic>
        <p:nvPicPr>
          <p:cNvPr id="3" name="Picture Placeholder 2"/>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4965" r="24965"/>
          <a:stretch>
            <a:fillRect/>
          </a:stretch>
        </p:blipFill>
        <p:spPr>
          <a:xfrm>
            <a:off x="762000" y="487029"/>
            <a:ext cx="4123240" cy="6177437"/>
          </a:xfrm>
        </p:spPr>
      </p:pic>
      <p:sp>
        <p:nvSpPr>
          <p:cNvPr id="5" name="TextBox 4"/>
          <p:cNvSpPr txBox="1"/>
          <p:nvPr/>
        </p:nvSpPr>
        <p:spPr>
          <a:xfrm>
            <a:off x="1331640" y="6347340"/>
            <a:ext cx="1689630" cy="308418"/>
          </a:xfrm>
          <a:prstGeom prst="rect">
            <a:avLst/>
          </a:prstGeom>
          <a:noFill/>
        </p:spPr>
        <p:txBody>
          <a:bodyPr wrap="none" rtlCol="0">
            <a:spAutoFit/>
          </a:bodyPr>
          <a:lstStyle/>
          <a:p>
            <a:pPr marL="0" marR="0" lvl="0" indent="0" algn="l" defTabSz="712984" rtl="0" eaLnBrk="1" fontAlgn="auto" latinLnBrk="0" hangingPunct="1">
              <a:lnSpc>
                <a:spcPct val="100000"/>
              </a:lnSpc>
              <a:spcBef>
                <a:spcPts val="0"/>
              </a:spcBef>
              <a:spcAft>
                <a:spcPts val="0"/>
              </a:spcAft>
              <a:buClrTx/>
              <a:buSzTx/>
              <a:buFontTx/>
              <a:buNone/>
              <a:tabLst/>
              <a:defRPr/>
            </a:pPr>
            <a:r>
              <a:rPr kumimoji="0" lang="en-IE" sz="1404" b="1" i="0" u="none" strike="noStrike" kern="1200" cap="none" spc="0" normalizeH="0" baseline="0" noProof="0" dirty="0">
                <a:ln>
                  <a:noFill/>
                </a:ln>
                <a:solidFill>
                  <a:srgbClr val="171616"/>
                </a:solidFill>
                <a:effectLst>
                  <a:outerShdw blurRad="38100" dist="38100" dir="2700000" algn="tl">
                    <a:srgbClr val="000000">
                      <a:alpha val="43137"/>
                    </a:srgbClr>
                  </a:outerShdw>
                </a:effectLst>
                <a:uLnTx/>
                <a:uFillTx/>
                <a:latin typeface="Arial" panose="020B0604020202020204"/>
                <a:ea typeface="+mn-ea"/>
                <a:cs typeface="+mn-cs"/>
              </a:rPr>
              <a:t>© www.infoq.com</a:t>
            </a:r>
          </a:p>
        </p:txBody>
      </p:sp>
    </p:spTree>
    <p:extLst>
      <p:ext uri="{BB962C8B-B14F-4D97-AF65-F5344CB8AC3E}">
        <p14:creationId xmlns:p14="http://schemas.microsoft.com/office/powerpoint/2010/main" val="367902331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r" defTabSz="712984" rtl="0" eaLnBrk="1" fontAlgn="auto" latinLnBrk="0" hangingPunct="1">
              <a:lnSpc>
                <a:spcPct val="100000"/>
              </a:lnSpc>
              <a:spcBef>
                <a:spcPts val="0"/>
              </a:spcBef>
              <a:spcAft>
                <a:spcPts val="0"/>
              </a:spcAft>
              <a:buClrTx/>
              <a:buSzTx/>
              <a:buFontTx/>
              <a:buNone/>
              <a:tabLst/>
              <a:defRPr/>
            </a:pPr>
            <a:fld id="{86CB4B4D-7CA3-9044-876B-883B54F8677D}" type="slidenum">
              <a:rPr kumimoji="0" sz="900" b="0" i="0" u="none" strike="noStrike" kern="1200" cap="none" spc="0" normalizeH="0" baseline="0" noProof="0">
                <a:ln>
                  <a:noFill/>
                </a:ln>
                <a:solidFill>
                  <a:srgbClr val="005336"/>
                </a:solidFill>
                <a:effectLst/>
                <a:uLnTx/>
                <a:uFillTx/>
                <a:latin typeface="Helvetica" pitchFamily="2" charset="0"/>
                <a:ea typeface="+mn-ea"/>
                <a:cs typeface="+mn-cs"/>
              </a:rPr>
              <a:pPr marL="0" marR="0" lvl="0" indent="0" algn="r" defTabSz="712984" rtl="0" eaLnBrk="1" fontAlgn="auto" latinLnBrk="0" hangingPunct="1">
                <a:lnSpc>
                  <a:spcPct val="100000"/>
                </a:lnSpc>
                <a:spcBef>
                  <a:spcPts val="0"/>
                </a:spcBef>
                <a:spcAft>
                  <a:spcPts val="0"/>
                </a:spcAft>
                <a:buClrTx/>
                <a:buSzTx/>
                <a:buFontTx/>
                <a:buNone/>
                <a:tabLst/>
                <a:defRPr/>
              </a:pPr>
              <a:t>3</a:t>
            </a:fld>
            <a:endParaRPr kumimoji="0"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152" name="Rectangle"/>
          <p:cNvSpPr/>
          <p:nvPr/>
        </p:nvSpPr>
        <p:spPr>
          <a:xfrm>
            <a:off x="0" y="857251"/>
            <a:ext cx="762000" cy="5143500"/>
          </a:xfrm>
          <a:prstGeom prst="rect">
            <a:avLst/>
          </a:prstGeom>
          <a:solidFill>
            <a:srgbClr val="202329"/>
          </a:solidFill>
          <a:ln w="12700">
            <a:miter lim="400000"/>
          </a:ln>
        </p:spPr>
        <p:txBody>
          <a:bodyPr lIns="0" tIns="0" rIns="0" bIns="0" anchor="ctr"/>
          <a:lstStyle/>
          <a:p>
            <a:pPr marL="0" marR="0" lvl="0" indent="0" algn="l" defTabSz="712984"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sz="1200" b="0" i="0" u="none" strike="noStrike" kern="1200" cap="none" spc="0" normalizeH="0" baseline="0" noProof="0" dirty="0">
              <a:ln>
                <a:noFill/>
              </a:ln>
              <a:solidFill>
                <a:srgbClr val="FFFFFF"/>
              </a:solidFill>
              <a:effectLst/>
              <a:uLnTx/>
              <a:uFillTx/>
              <a:latin typeface="Arial" panose="020B0604020202020204"/>
              <a:ea typeface="+mn-ea"/>
              <a:cs typeface="+mn-cs"/>
              <a:sym typeface="Helvetica Neue Medium"/>
            </a:endParaRPr>
          </a:p>
        </p:txBody>
      </p:sp>
      <p:sp>
        <p:nvSpPr>
          <p:cNvPr id="154" name="M Point"/>
          <p:cNvSpPr txBox="1"/>
          <p:nvPr/>
        </p:nvSpPr>
        <p:spPr>
          <a:xfrm rot="16200000">
            <a:off x="148726" y="3616420"/>
            <a:ext cx="468077" cy="14401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ctr">
            <a:spAutoFit/>
          </a:bodyPr>
          <a:lstStyle>
            <a:lvl1pPr algn="l">
              <a:defRPr b="0">
                <a:solidFill>
                  <a:srgbClr val="F7F9FF"/>
                </a:solidFill>
                <a:latin typeface="Poppins Medium"/>
                <a:ea typeface="Poppins Medium"/>
                <a:cs typeface="Poppins Medium"/>
                <a:sym typeface="Poppins Medium"/>
              </a:defRPr>
            </a:lvl1pPr>
          </a:lstStyle>
          <a:p>
            <a:pPr marL="0" marR="0" lvl="0" indent="0" algn="l" defTabSz="712984" rtl="0" eaLnBrk="1" fontAlgn="auto" latinLnBrk="0" hangingPunct="1">
              <a:lnSpc>
                <a:spcPct val="100000"/>
              </a:lnSpc>
              <a:spcBef>
                <a:spcPts val="0"/>
              </a:spcBef>
              <a:spcAft>
                <a:spcPts val="0"/>
              </a:spcAft>
              <a:buClrTx/>
              <a:buSzTx/>
              <a:buFontTx/>
              <a:buNone/>
              <a:tabLst/>
              <a:defRPr/>
            </a:pPr>
            <a:r>
              <a:rPr kumimoji="0" lang="en-IE" sz="936" b="0" i="0" u="none" strike="noStrike" kern="1200" cap="none" spc="0" normalizeH="0" baseline="0" noProof="0" dirty="0">
                <a:ln>
                  <a:noFill/>
                </a:ln>
                <a:solidFill>
                  <a:srgbClr val="F7F9FF"/>
                </a:solidFill>
                <a:effectLst/>
                <a:uLnTx/>
                <a:uFillTx/>
                <a:latin typeface="Poppins Medium"/>
                <a:sym typeface="Poppins Medium"/>
              </a:rPr>
              <a:t>CS6451</a:t>
            </a:r>
            <a:r>
              <a:rPr kumimoji="0" lang="ga-IE" sz="936" b="0" i="0" u="none" strike="noStrike" kern="1200" cap="none" spc="0" normalizeH="0" baseline="0" noProof="0" dirty="0">
                <a:ln>
                  <a:noFill/>
                </a:ln>
                <a:solidFill>
                  <a:srgbClr val="F7F9FF"/>
                </a:solidFill>
                <a:effectLst/>
                <a:uLnTx/>
                <a:uFillTx/>
                <a:latin typeface="Poppins Medium"/>
                <a:sym typeface="Poppins Medium"/>
              </a:rPr>
              <a:t> </a:t>
            </a:r>
          </a:p>
        </p:txBody>
      </p:sp>
      <p:sp>
        <p:nvSpPr>
          <p:cNvPr id="155" name="Seamlessly develop orthogonal readiness before…"/>
          <p:cNvSpPr txBox="1"/>
          <p:nvPr/>
        </p:nvSpPr>
        <p:spPr>
          <a:xfrm>
            <a:off x="2237535" y="1259973"/>
            <a:ext cx="6906465" cy="5727081"/>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marL="285750" marR="0" lvl="0" indent="-285750" algn="l" defTabSz="712984" rtl="0" eaLnBrk="1" fontAlgn="auto" latinLnBrk="0" hangingPunct="1">
              <a:lnSpc>
                <a:spcPct val="130000"/>
              </a:lnSpc>
              <a:spcBef>
                <a:spcPts val="0"/>
              </a:spcBef>
              <a:spcAft>
                <a:spcPts val="0"/>
              </a:spcAft>
              <a:buClrTx/>
              <a:buSzTx/>
              <a:buFont typeface="Wingdings" panose="05000000000000000000" pitchFamily="2" charset="2"/>
              <a:buChar char="q"/>
              <a:tabLst/>
              <a:defRPr sz="1800" b="0">
                <a:solidFill>
                  <a:srgbClr val="696E78"/>
                </a:solidFill>
                <a:latin typeface="Poppins Light"/>
                <a:ea typeface="Poppins Light"/>
                <a:cs typeface="Poppins Light"/>
                <a:sym typeface="Poppins Light"/>
              </a:defRPr>
            </a:pPr>
            <a:r>
              <a:rPr kumimoji="0" lang="en-IE" sz="2000" b="0" i="0" u="none" strike="noStrike" kern="1200" cap="none" spc="0" normalizeH="0" baseline="0" noProof="0" dirty="0">
                <a:ln>
                  <a:noFill/>
                </a:ln>
                <a:solidFill>
                  <a:srgbClr val="E7E6E6">
                    <a:lumMod val="25000"/>
                  </a:srgbClr>
                </a:solidFill>
                <a:effectLst/>
                <a:uLnTx/>
                <a:uFillTx/>
                <a:latin typeface="Poppins Light"/>
                <a:sym typeface="Poppins Light"/>
              </a:rPr>
              <a:t>J.J. Collins</a:t>
            </a:r>
          </a:p>
          <a:p>
            <a:pPr marL="285750" marR="0" lvl="0" indent="-285750" algn="l" defTabSz="712984" rtl="0" eaLnBrk="1" fontAlgn="auto" latinLnBrk="0" hangingPunct="1">
              <a:lnSpc>
                <a:spcPct val="130000"/>
              </a:lnSpc>
              <a:spcBef>
                <a:spcPts val="0"/>
              </a:spcBef>
              <a:spcAft>
                <a:spcPts val="0"/>
              </a:spcAft>
              <a:buClrTx/>
              <a:buSzTx/>
              <a:buFont typeface="Wingdings" panose="05000000000000000000" pitchFamily="2" charset="2"/>
              <a:buChar char="q"/>
              <a:tabLst/>
              <a:defRPr sz="1800" b="0">
                <a:solidFill>
                  <a:srgbClr val="696E78"/>
                </a:solidFill>
                <a:latin typeface="Poppins Light"/>
                <a:ea typeface="Poppins Light"/>
                <a:cs typeface="Poppins Light"/>
                <a:sym typeface="Poppins Light"/>
              </a:defRPr>
            </a:pPr>
            <a:r>
              <a:rPr kumimoji="0" lang="en-IE" sz="2000" b="0" i="0" u="none" strike="noStrike" kern="1200" cap="none" spc="0" normalizeH="0" baseline="0" noProof="0" dirty="0">
                <a:ln>
                  <a:noFill/>
                </a:ln>
                <a:solidFill>
                  <a:srgbClr val="E7E6E6">
                    <a:lumMod val="25000"/>
                  </a:srgbClr>
                </a:solidFill>
                <a:effectLst/>
                <a:uLnTx/>
                <a:uFillTx/>
                <a:latin typeface="Poppins Light"/>
                <a:sym typeface="Poppins Light"/>
                <a:hlinkClick r:id="rId2"/>
              </a:rPr>
              <a:t>j.j.Collins@ul.ie</a:t>
            </a:r>
            <a:endParaRPr kumimoji="0" lang="en-IE" sz="2000" b="0" i="0" u="none" strike="noStrike" kern="1200" cap="none" spc="0" normalizeH="0" baseline="0" noProof="0" dirty="0">
              <a:ln>
                <a:noFill/>
              </a:ln>
              <a:solidFill>
                <a:srgbClr val="E7E6E6">
                  <a:lumMod val="25000"/>
                </a:srgbClr>
              </a:solidFill>
              <a:effectLst/>
              <a:uLnTx/>
              <a:uFillTx/>
              <a:latin typeface="Poppins Light"/>
              <a:sym typeface="Poppins Light"/>
            </a:endParaRPr>
          </a:p>
          <a:p>
            <a:pPr marL="285750" marR="0" lvl="0" indent="-285750" algn="l" defTabSz="712984" rtl="0" eaLnBrk="1" fontAlgn="auto" latinLnBrk="0" hangingPunct="1">
              <a:lnSpc>
                <a:spcPct val="130000"/>
              </a:lnSpc>
              <a:spcBef>
                <a:spcPts val="0"/>
              </a:spcBef>
              <a:spcAft>
                <a:spcPts val="0"/>
              </a:spcAft>
              <a:buClrTx/>
              <a:buSzTx/>
              <a:buFont typeface="Wingdings" panose="05000000000000000000" pitchFamily="2" charset="2"/>
              <a:buChar char="q"/>
              <a:tabLst/>
              <a:defRPr sz="1800" b="0">
                <a:solidFill>
                  <a:srgbClr val="696E78"/>
                </a:solidFill>
                <a:latin typeface="Poppins Light"/>
                <a:ea typeface="Poppins Light"/>
                <a:cs typeface="Poppins Light"/>
                <a:sym typeface="Poppins Light"/>
              </a:defRPr>
            </a:pPr>
            <a:r>
              <a:rPr kumimoji="0" lang="en-IE" sz="2000" b="0" i="0" u="none" strike="noStrike" kern="1200" cap="none" spc="0" normalizeH="0" baseline="0" noProof="0" dirty="0">
                <a:ln>
                  <a:noFill/>
                </a:ln>
                <a:solidFill>
                  <a:srgbClr val="E7E6E6">
                    <a:lumMod val="25000"/>
                  </a:srgbClr>
                </a:solidFill>
                <a:effectLst/>
                <a:uLnTx/>
                <a:uFillTx/>
                <a:latin typeface="Poppins Light"/>
                <a:sym typeface="Poppins Light"/>
              </a:rPr>
              <a:t>LM121 Computer Science Course Director</a:t>
            </a:r>
          </a:p>
          <a:p>
            <a:pPr marL="285750" marR="0" lvl="0" indent="-285750" algn="l" defTabSz="712984" rtl="0" eaLnBrk="1" fontAlgn="auto" latinLnBrk="0" hangingPunct="1">
              <a:lnSpc>
                <a:spcPct val="130000"/>
              </a:lnSpc>
              <a:spcBef>
                <a:spcPts val="0"/>
              </a:spcBef>
              <a:spcAft>
                <a:spcPts val="0"/>
              </a:spcAft>
              <a:buClrTx/>
              <a:buSzTx/>
              <a:buFont typeface="Wingdings" panose="05000000000000000000" pitchFamily="2" charset="2"/>
              <a:buChar char="q"/>
              <a:tabLst/>
              <a:defRPr sz="1800" b="0">
                <a:solidFill>
                  <a:srgbClr val="696E78"/>
                </a:solidFill>
                <a:latin typeface="Poppins Light"/>
                <a:ea typeface="Poppins Light"/>
                <a:cs typeface="Poppins Light"/>
                <a:sym typeface="Poppins Light"/>
              </a:defRPr>
            </a:pPr>
            <a:r>
              <a:rPr lang="en-IE" sz="2000" dirty="0">
                <a:solidFill>
                  <a:srgbClr val="E7E6E6">
                    <a:lumMod val="25000"/>
                  </a:srgbClr>
                </a:solidFill>
                <a:latin typeface="Poppins Light"/>
                <a:sym typeface="Poppins Light"/>
              </a:rPr>
              <a:t>Course Director</a:t>
            </a:r>
            <a:r>
              <a:rPr kumimoji="0" lang="en-IE" sz="2000" b="0" i="0" u="none" strike="noStrike" kern="1200" cap="none" spc="0" normalizeH="0" baseline="0" noProof="0" dirty="0">
                <a:ln>
                  <a:noFill/>
                </a:ln>
                <a:solidFill>
                  <a:srgbClr val="E7E6E6">
                    <a:lumMod val="25000"/>
                  </a:srgbClr>
                </a:solidFill>
                <a:effectLst/>
                <a:uLnTx/>
                <a:uFillTx/>
                <a:latin typeface="Poppins Light"/>
                <a:sym typeface="Poppins Light"/>
              </a:rPr>
              <a:t> new 4-year integrated BSc/MSc Immersive Software Engineering</a:t>
            </a:r>
          </a:p>
          <a:p>
            <a:pPr marL="285750" indent="-285750" defTabSz="712984" fontAlgn="auto">
              <a:lnSpc>
                <a:spcPct val="130000"/>
              </a:lnSpc>
              <a:spcBef>
                <a:spcPts val="0"/>
              </a:spcBef>
              <a:spcAft>
                <a:spcPts val="0"/>
              </a:spcAft>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sz="2000" dirty="0">
                <a:solidFill>
                  <a:srgbClr val="E7E6E6">
                    <a:lumMod val="25000"/>
                  </a:srgbClr>
                </a:solidFill>
                <a:latin typeface="Poppins Light"/>
                <a:sym typeface="Poppins Light"/>
              </a:rPr>
              <a:t>Teaching AY 26/27: Software Design, Deep Learning, Deep RL, Neural Computing</a:t>
            </a:r>
            <a:endParaRPr kumimoji="0" lang="ga-IE" sz="2000" b="0" i="0" u="none" strike="noStrike" kern="1200" cap="none" spc="0" normalizeH="0" baseline="0" noProof="0" dirty="0">
              <a:ln>
                <a:noFill/>
              </a:ln>
              <a:solidFill>
                <a:srgbClr val="E7E6E6">
                  <a:lumMod val="25000"/>
                </a:srgbClr>
              </a:solidFill>
              <a:effectLst/>
              <a:uLnTx/>
              <a:uFillTx/>
              <a:latin typeface="Poppins Light"/>
              <a:sym typeface="Poppins Light"/>
            </a:endParaRPr>
          </a:p>
          <a:p>
            <a:pPr marL="285750" marR="0" lvl="0" indent="-285750" algn="l" defTabSz="712984" rtl="0" eaLnBrk="1" fontAlgn="auto" latinLnBrk="0" hangingPunct="1">
              <a:lnSpc>
                <a:spcPct val="130000"/>
              </a:lnSpc>
              <a:spcBef>
                <a:spcPts val="0"/>
              </a:spcBef>
              <a:spcAft>
                <a:spcPts val="0"/>
              </a:spcAft>
              <a:buClrTx/>
              <a:buSzTx/>
              <a:buFont typeface="Wingdings" panose="05000000000000000000" pitchFamily="2" charset="2"/>
              <a:buChar char="q"/>
              <a:tabLst/>
              <a:defRPr sz="1800" b="0">
                <a:solidFill>
                  <a:srgbClr val="696E78"/>
                </a:solidFill>
                <a:latin typeface="Poppins Light"/>
                <a:ea typeface="Poppins Light"/>
                <a:cs typeface="Poppins Light"/>
                <a:sym typeface="Poppins Light"/>
              </a:defRPr>
            </a:pPr>
            <a:r>
              <a:rPr kumimoji="0" lang="en-IE" sz="2000" b="0" i="0" u="none" strike="noStrike" kern="1200" cap="none" spc="0" normalizeH="0" baseline="0" noProof="0" dirty="0">
                <a:ln>
                  <a:noFill/>
                </a:ln>
                <a:solidFill>
                  <a:srgbClr val="E7E6E6">
                    <a:lumMod val="25000"/>
                  </a:srgbClr>
                </a:solidFill>
                <a:effectLst/>
                <a:uLnTx/>
                <a:uFillTx/>
                <a:latin typeface="Poppins Light"/>
                <a:sym typeface="Poppins Light"/>
              </a:rPr>
              <a:t>Research: </a:t>
            </a:r>
          </a:p>
          <a:p>
            <a:pPr marL="742950" lvl="1" indent="-285750" defTabSz="712984" fontAlgn="auto">
              <a:lnSpc>
                <a:spcPct val="130000"/>
              </a:lnSpc>
              <a:spcBef>
                <a:spcPts val="0"/>
              </a:spcBef>
              <a:spcAft>
                <a:spcPts val="0"/>
              </a:spcAft>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sz="2000" dirty="0">
                <a:solidFill>
                  <a:srgbClr val="E7E6E6">
                    <a:lumMod val="25000"/>
                  </a:srgbClr>
                </a:solidFill>
                <a:latin typeface="Poppins Light"/>
                <a:sym typeface="Wingdings" panose="05000000000000000000" pitchFamily="2" charset="2"/>
              </a:rPr>
              <a:t>Evolutionary Algorithms</a:t>
            </a:r>
            <a:r>
              <a:rPr kumimoji="0" lang="en-IE" sz="2000" b="0" i="0" u="none" strike="noStrike" kern="1200" cap="none" spc="0" normalizeH="0" baseline="0" noProof="0" dirty="0">
                <a:ln>
                  <a:noFill/>
                </a:ln>
                <a:solidFill>
                  <a:srgbClr val="E7E6E6">
                    <a:lumMod val="25000"/>
                  </a:srgbClr>
                </a:solidFill>
                <a:effectLst/>
                <a:uLnTx/>
                <a:uFillTx/>
                <a:latin typeface="Poppins Light"/>
                <a:sym typeface="Wingdings" panose="05000000000000000000" pitchFamily="2" charset="2"/>
              </a:rPr>
              <a:t>s for automatic parallelisation of sequential code, </a:t>
            </a:r>
          </a:p>
          <a:p>
            <a:pPr marL="742950" lvl="1" indent="-285750" defTabSz="712984" fontAlgn="auto">
              <a:lnSpc>
                <a:spcPct val="130000"/>
              </a:lnSpc>
              <a:spcBef>
                <a:spcPts val="0"/>
              </a:spcBef>
              <a:spcAft>
                <a:spcPts val="0"/>
              </a:spcAft>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sz="2000" dirty="0">
                <a:solidFill>
                  <a:srgbClr val="E7E6E6">
                    <a:lumMod val="25000"/>
                  </a:srgbClr>
                </a:solidFill>
                <a:latin typeface="Poppins Light"/>
                <a:sym typeface="Wingdings" panose="05000000000000000000" pitchFamily="2" charset="2"/>
              </a:rPr>
              <a:t>P</a:t>
            </a:r>
            <a:r>
              <a:rPr kumimoji="0" lang="en-IE" sz="2000" b="0" i="0" u="none" strike="noStrike" kern="1200" cap="none" spc="0" normalizeH="0" baseline="0" noProof="0" dirty="0">
                <a:ln>
                  <a:noFill/>
                </a:ln>
                <a:solidFill>
                  <a:srgbClr val="E7E6E6">
                    <a:lumMod val="25000"/>
                  </a:srgbClr>
                </a:solidFill>
                <a:effectLst/>
                <a:uLnTx/>
                <a:uFillTx/>
                <a:latin typeface="Poppins Light"/>
                <a:sym typeface="Wingdings" panose="05000000000000000000" pitchFamily="2" charset="2"/>
              </a:rPr>
              <a:t>revious work in Reinforcement Learning, Robotics, Computer Vision, Business Process Orchestration and Service</a:t>
            </a:r>
            <a:r>
              <a:rPr kumimoji="0" lang="en-IE" sz="2000" b="0" i="0" u="none" strike="noStrike" kern="1200" cap="none" spc="0" normalizeH="0" noProof="0" dirty="0">
                <a:ln>
                  <a:noFill/>
                </a:ln>
                <a:solidFill>
                  <a:srgbClr val="E7E6E6">
                    <a:lumMod val="25000"/>
                  </a:srgbClr>
                </a:solidFill>
                <a:effectLst/>
                <a:uLnTx/>
                <a:uFillTx/>
                <a:latin typeface="Poppins Light"/>
                <a:sym typeface="Wingdings" panose="05000000000000000000" pitchFamily="2" charset="2"/>
              </a:rPr>
              <a:t> Level Agreements (SLA</a:t>
            </a:r>
            <a:r>
              <a:rPr kumimoji="0" lang="en-IE" sz="2000" b="0" i="0" u="none" strike="noStrike" kern="1200" cap="none" spc="0" normalizeH="0" baseline="0" noProof="0" dirty="0">
                <a:ln>
                  <a:noFill/>
                </a:ln>
                <a:solidFill>
                  <a:srgbClr val="E7E6E6">
                    <a:lumMod val="25000"/>
                  </a:srgbClr>
                </a:solidFill>
                <a:effectLst/>
                <a:uLnTx/>
                <a:uFillTx/>
                <a:latin typeface="Poppins Light"/>
                <a:sym typeface="Wingdings" panose="05000000000000000000" pitchFamily="2" charset="2"/>
              </a:rPr>
              <a:t>s)</a:t>
            </a:r>
            <a:r>
              <a:rPr kumimoji="0" lang="en-IE" sz="2000" b="0" i="0" u="none" strike="noStrike" kern="1200" cap="none" spc="0" normalizeH="0" baseline="0" noProof="0" dirty="0">
                <a:ln>
                  <a:noFill/>
                </a:ln>
                <a:solidFill>
                  <a:srgbClr val="E7E6E6">
                    <a:lumMod val="25000"/>
                  </a:srgbClr>
                </a:solidFill>
                <a:effectLst/>
                <a:uLnTx/>
                <a:uFillTx/>
                <a:latin typeface="Poppins Light"/>
                <a:sym typeface="Poppins Light"/>
              </a:rPr>
              <a:t> </a:t>
            </a:r>
            <a:r>
              <a:rPr kumimoji="0" lang="ga-IE" sz="2000" b="0" i="0" u="none" strike="noStrike" kern="1200" cap="none" spc="0" normalizeH="0" baseline="0" noProof="0" dirty="0">
                <a:ln>
                  <a:noFill/>
                </a:ln>
                <a:solidFill>
                  <a:srgbClr val="E7E6E6">
                    <a:lumMod val="25000"/>
                  </a:srgbClr>
                </a:solidFill>
                <a:effectLst/>
                <a:uLnTx/>
                <a:uFillTx/>
                <a:latin typeface="Poppins Light"/>
                <a:sym typeface="Poppins Light"/>
              </a:rPr>
              <a:t> </a:t>
            </a:r>
            <a:endParaRPr kumimoji="0" lang="en-IE" sz="2000" b="0" i="0" u="none" strike="noStrike" kern="1200" cap="none" spc="0" normalizeH="0" baseline="0" noProof="0" dirty="0">
              <a:ln>
                <a:noFill/>
              </a:ln>
              <a:solidFill>
                <a:srgbClr val="E7E6E6">
                  <a:lumMod val="25000"/>
                </a:srgbClr>
              </a:solidFill>
              <a:effectLst/>
              <a:uLnTx/>
              <a:uFillTx/>
              <a:latin typeface="Poppins Light"/>
              <a:sym typeface="Poppins Light"/>
            </a:endParaRPr>
          </a:p>
          <a:p>
            <a:pPr marL="0" marR="0" lvl="0" indent="0" algn="l" defTabSz="712984" rtl="0" eaLnBrk="1" fontAlgn="auto" latinLnBrk="0" hangingPunct="1">
              <a:lnSpc>
                <a:spcPct val="130000"/>
              </a:lnSpc>
              <a:spcBef>
                <a:spcPts val="0"/>
              </a:spcBef>
              <a:spcAft>
                <a:spcPts val="0"/>
              </a:spcAft>
              <a:buClrTx/>
              <a:buSzTx/>
              <a:buFontTx/>
              <a:buNone/>
              <a:tabLst/>
              <a:defRPr sz="1800" b="0">
                <a:solidFill>
                  <a:srgbClr val="696E78"/>
                </a:solidFill>
                <a:latin typeface="Poppins Light"/>
                <a:ea typeface="Poppins Light"/>
                <a:cs typeface="Poppins Light"/>
                <a:sym typeface="Poppins Light"/>
              </a:defRPr>
            </a:pPr>
            <a:endParaRPr kumimoji="0" sz="675" b="0" i="0" u="none" strike="noStrike" kern="1200" cap="none" spc="0" normalizeH="0" baseline="0" noProof="0" dirty="0">
              <a:ln>
                <a:noFill/>
              </a:ln>
              <a:solidFill>
                <a:srgbClr val="696E78"/>
              </a:solidFill>
              <a:effectLst/>
              <a:uLnTx/>
              <a:uFillTx/>
              <a:latin typeface="Poppins Light"/>
              <a:sym typeface="Poppins Light"/>
            </a:endParaRPr>
          </a:p>
        </p:txBody>
      </p:sp>
      <p:sp>
        <p:nvSpPr>
          <p:cNvPr id="156" name="The secret to creativity is…"/>
          <p:cNvSpPr txBox="1"/>
          <p:nvPr/>
        </p:nvSpPr>
        <p:spPr>
          <a:xfrm>
            <a:off x="3571519" y="746768"/>
            <a:ext cx="2943944" cy="31162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b">
            <a:spAutoFit/>
          </a:bodyPr>
          <a:lstStyle/>
          <a:p>
            <a:pPr marL="0" marR="0" lvl="0" indent="0" algn="l" defTabSz="712984" rtl="0" eaLnBrk="1" fontAlgn="auto" latinLnBrk="0" hangingPunct="1">
              <a:lnSpc>
                <a:spcPct val="100000"/>
              </a:lnSpc>
              <a:spcBef>
                <a:spcPts val="0"/>
              </a:spcBef>
              <a:spcAft>
                <a:spcPts val="0"/>
              </a:spcAft>
              <a:buClrTx/>
              <a:buSzTx/>
              <a:buFontTx/>
              <a:buNone/>
              <a:tabLst/>
              <a:defRPr b="0">
                <a:solidFill>
                  <a:srgbClr val="3D3D3D"/>
                </a:solidFill>
                <a:latin typeface="Poppins Medium"/>
                <a:ea typeface="Poppins Medium"/>
                <a:cs typeface="Poppins Medium"/>
                <a:sym typeface="Poppins Medium"/>
              </a:defRPr>
            </a:pPr>
            <a:r>
              <a:rPr kumimoji="0" lang="en-IE" sz="2025" b="0" i="0" u="none" strike="noStrike" kern="1200" cap="none" spc="0" normalizeH="0" baseline="0" noProof="0" dirty="0">
                <a:ln>
                  <a:noFill/>
                </a:ln>
                <a:solidFill>
                  <a:srgbClr val="00B140"/>
                </a:solidFill>
                <a:effectLst/>
                <a:uLnTx/>
                <a:uFillTx/>
                <a:latin typeface="Poppins Medium"/>
                <a:sym typeface="Poppins Medium"/>
              </a:rPr>
              <a:t>1. Lecturers</a:t>
            </a:r>
            <a:endParaRPr kumimoji="0" sz="2025" b="0" i="0" u="none" strike="noStrike" kern="1200" cap="none" spc="0" normalizeH="0" baseline="0" noProof="0" dirty="0">
              <a:ln>
                <a:noFill/>
              </a:ln>
              <a:solidFill>
                <a:srgbClr val="3D3D3D"/>
              </a:solidFill>
              <a:effectLst/>
              <a:uLnTx/>
              <a:uFillTx/>
              <a:latin typeface="Poppins Medium"/>
              <a:sym typeface="Poppins Medium"/>
            </a:endParaRPr>
          </a:p>
        </p:txBody>
      </p:sp>
      <p:pic>
        <p:nvPicPr>
          <p:cNvPr id="10" name="Picture Placeholder 9" descr="JJCOLLI2.JPG"/>
          <p:cNvPicPr>
            <a:picLocks noGrp="1" noChangeAspect="1"/>
          </p:cNvPicPr>
          <p:nvPr>
            <p:ph type="pic" sz="quarter" idx="10"/>
          </p:nvPr>
        </p:nvPicPr>
        <p:blipFill>
          <a:blip r:embed="rId3" cstate="print"/>
          <a:srcRect l="8502" r="8502"/>
          <a:stretch>
            <a:fillRect/>
          </a:stretch>
        </p:blipFill>
        <p:spPr>
          <a:xfrm>
            <a:off x="899592" y="1089756"/>
            <a:ext cx="1200351" cy="2158589"/>
          </a:xfrm>
          <a:prstGeom prst="rect">
            <a:avLst/>
          </a:prstGeom>
          <a:ln>
            <a:solidFill>
              <a:schemeClr val="accent1"/>
            </a:solidFill>
          </a:ln>
        </p:spPr>
      </p:pic>
      <p:sp>
        <p:nvSpPr>
          <p:cNvPr id="8" name="Seamlessly develop orthogonal readiness before…"/>
          <p:cNvSpPr txBox="1"/>
          <p:nvPr/>
        </p:nvSpPr>
        <p:spPr>
          <a:xfrm>
            <a:off x="3059832" y="4083277"/>
            <a:ext cx="6084168" cy="120995"/>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marL="0" marR="0" lvl="0" indent="0" algn="l" defTabSz="712984" rtl="0" eaLnBrk="1" fontAlgn="auto" latinLnBrk="0" hangingPunct="1">
              <a:lnSpc>
                <a:spcPct val="130000"/>
              </a:lnSpc>
              <a:spcBef>
                <a:spcPts val="0"/>
              </a:spcBef>
              <a:spcAft>
                <a:spcPts val="0"/>
              </a:spcAft>
              <a:buClrTx/>
              <a:buSzTx/>
              <a:buFontTx/>
              <a:buNone/>
              <a:tabLst/>
              <a:defRPr sz="1800" b="0">
                <a:solidFill>
                  <a:srgbClr val="696E78"/>
                </a:solidFill>
                <a:latin typeface="Poppins Light"/>
                <a:ea typeface="Poppins Light"/>
                <a:cs typeface="Poppins Light"/>
                <a:sym typeface="Poppins Light"/>
              </a:defRPr>
            </a:pPr>
            <a:endParaRPr kumimoji="0" sz="675" b="0" i="0" u="none" strike="noStrike" kern="1200" cap="none" spc="0" normalizeH="0" baseline="0" noProof="0" dirty="0">
              <a:ln>
                <a:noFill/>
              </a:ln>
              <a:solidFill>
                <a:srgbClr val="696E78"/>
              </a:solidFill>
              <a:effectLst/>
              <a:uLnTx/>
              <a:uFillTx/>
              <a:latin typeface="Poppins Light"/>
              <a:sym typeface="Poppins Light"/>
            </a:endParaRPr>
          </a:p>
        </p:txBody>
      </p:sp>
    </p:spTree>
    <p:extLst>
      <p:ext uri="{BB962C8B-B14F-4D97-AF65-F5344CB8AC3E}">
        <p14:creationId xmlns:p14="http://schemas.microsoft.com/office/powerpoint/2010/main" val="169832224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marL="0" marR="0" lvl="0" indent="0" algn="r" defTabSz="712984" rtl="0" eaLnBrk="1" fontAlgn="auto" latinLnBrk="0" hangingPunct="1">
              <a:lnSpc>
                <a:spcPct val="100000"/>
              </a:lnSpc>
              <a:spcBef>
                <a:spcPts val="0"/>
              </a:spcBef>
              <a:spcAft>
                <a:spcPts val="0"/>
              </a:spcAft>
              <a:buClrTx/>
              <a:buSzTx/>
              <a:buFontTx/>
              <a:buNone/>
              <a:tabLst/>
              <a:defRPr/>
            </a:pPr>
            <a:fld id="{86CB4B4D-7CA3-9044-876B-883B54F8677D}" type="slidenum">
              <a:rPr kumimoji="0" lang="en-IE" sz="900" b="0" i="0" u="none" strike="noStrike" kern="1200" cap="none" spc="0" normalizeH="0" baseline="0" noProof="0">
                <a:ln>
                  <a:noFill/>
                </a:ln>
                <a:solidFill>
                  <a:srgbClr val="005336"/>
                </a:solidFill>
                <a:effectLst/>
                <a:uLnTx/>
                <a:uFillTx/>
                <a:latin typeface="Helvetica" pitchFamily="2" charset="0"/>
                <a:ea typeface="+mn-ea"/>
                <a:cs typeface="+mn-cs"/>
              </a:rPr>
              <a:pPr marL="0" marR="0" lvl="0" indent="0" algn="r" defTabSz="712984" rtl="0" eaLnBrk="1" fontAlgn="auto" latinLnBrk="0" hangingPunct="1">
                <a:lnSpc>
                  <a:spcPct val="100000"/>
                </a:lnSpc>
                <a:spcBef>
                  <a:spcPts val="0"/>
                </a:spcBef>
                <a:spcAft>
                  <a:spcPts val="0"/>
                </a:spcAft>
                <a:buClrTx/>
                <a:buSzTx/>
                <a:buFontTx/>
                <a:buNone/>
                <a:tabLst/>
                <a:defRPr/>
              </a:pPr>
              <a:t>4</a:t>
            </a:fld>
            <a:endParaRPr kumimoji="0" lang="en-IE"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1749"/>
            <a:ext cx="9093553" cy="5923971"/>
          </a:xfrm>
          <a:prstGeom prst="rect">
            <a:avLst/>
          </a:prstGeom>
        </p:spPr>
      </p:pic>
      <p:sp>
        <p:nvSpPr>
          <p:cNvPr id="5" name="Rectangle 4"/>
          <p:cNvSpPr/>
          <p:nvPr/>
        </p:nvSpPr>
        <p:spPr>
          <a:xfrm>
            <a:off x="251762" y="2845969"/>
            <a:ext cx="4248229" cy="2631490"/>
          </a:xfrm>
          <a:prstGeom prst="rect">
            <a:avLst/>
          </a:prstGeom>
        </p:spPr>
        <p:txBody>
          <a:bodyPr wrap="square">
            <a:spAutoFit/>
          </a:bodyPr>
          <a:lstStyle/>
          <a:p>
            <a:pPr marL="0" marR="0" lvl="0" indent="0" algn="l" defTabSz="712984" rtl="0" eaLnBrk="1" fontAlgn="auto" latinLnBrk="0" hangingPunct="1">
              <a:lnSpc>
                <a:spcPct val="100000"/>
              </a:lnSpc>
              <a:spcBef>
                <a:spcPts val="0"/>
              </a:spcBef>
              <a:spcAft>
                <a:spcPts val="0"/>
              </a:spcAft>
              <a:buClrTx/>
              <a:buSzTx/>
              <a:buFontTx/>
              <a:buNone/>
              <a:tabLst/>
              <a:defRPr/>
            </a:pPr>
            <a:r>
              <a:rPr lang="en-IE" sz="2000" dirty="0">
                <a:solidFill>
                  <a:prstClr val="white"/>
                </a:solidFill>
                <a:latin typeface="Arial" panose="020B0604020202020204"/>
              </a:rPr>
              <a:t>CONTEXT for the Module</a:t>
            </a:r>
          </a:p>
          <a:p>
            <a:pPr marL="0" marR="0" lvl="0" indent="0" algn="l" defTabSz="712984" rtl="0" eaLnBrk="1" fontAlgn="auto" latinLnBrk="0" hangingPunct="1">
              <a:lnSpc>
                <a:spcPct val="100000"/>
              </a:lnSpc>
              <a:spcBef>
                <a:spcPts val="0"/>
              </a:spcBef>
              <a:spcAft>
                <a:spcPts val="0"/>
              </a:spcAft>
              <a:buClrTx/>
              <a:buSzTx/>
              <a:buFontTx/>
              <a:buNone/>
              <a:tabLst/>
              <a:defRPr/>
            </a:pPr>
            <a:endParaRPr lang="en-IE" sz="2000" dirty="0">
              <a:solidFill>
                <a:prstClr val="white"/>
              </a:solidFill>
              <a:latin typeface="Arial" panose="020B0604020202020204"/>
            </a:endParaRPr>
          </a:p>
          <a:p>
            <a:pPr marL="514350" marR="0" lvl="0" indent="-514350" algn="l" defTabSz="712984" rtl="0" eaLnBrk="1" fontAlgn="auto" latinLnBrk="0" hangingPunct="1">
              <a:lnSpc>
                <a:spcPct val="100000"/>
              </a:lnSpc>
              <a:spcBef>
                <a:spcPts val="600"/>
              </a:spcBef>
              <a:spcAft>
                <a:spcPts val="600"/>
              </a:spcAft>
              <a:buClrTx/>
              <a:buSzTx/>
              <a:buFont typeface="+mj-lt"/>
              <a:buAutoNum type="romanLcPeriod"/>
              <a:tabLst/>
              <a:defRPr/>
            </a:pPr>
            <a:r>
              <a:rPr lang="en-IE" sz="2000" u="sng" dirty="0">
                <a:solidFill>
                  <a:prstClr val="white"/>
                </a:solidFill>
                <a:effectLst>
                  <a:outerShdw blurRad="38100" dist="38100" dir="2700000" algn="tl">
                    <a:srgbClr val="000000">
                      <a:alpha val="43137"/>
                    </a:srgbClr>
                  </a:outerShdw>
                </a:effectLst>
                <a:latin typeface="Arial" panose="020B0604020202020204"/>
              </a:rPr>
              <a:t>Enterprise</a:t>
            </a:r>
            <a:r>
              <a:rPr lang="en-IE" sz="2000" dirty="0">
                <a:solidFill>
                  <a:prstClr val="white"/>
                </a:solidFill>
                <a:latin typeface="Arial" panose="020B0604020202020204"/>
              </a:rPr>
              <a:t> Development</a:t>
            </a:r>
          </a:p>
          <a:p>
            <a:pPr marL="514350" marR="0" lvl="0" indent="-514350" algn="l" defTabSz="712984" rtl="0" eaLnBrk="1" fontAlgn="auto" latinLnBrk="0" hangingPunct="1">
              <a:lnSpc>
                <a:spcPct val="100000"/>
              </a:lnSpc>
              <a:spcBef>
                <a:spcPts val="600"/>
              </a:spcBef>
              <a:spcAft>
                <a:spcPts val="600"/>
              </a:spcAft>
              <a:buClrTx/>
              <a:buSzTx/>
              <a:buFont typeface="+mj-lt"/>
              <a:buAutoNum type="romanLcPeriod"/>
              <a:tabLst/>
              <a:defRPr/>
            </a:pPr>
            <a:r>
              <a:rPr lang="en-IE" sz="2000" dirty="0">
                <a:solidFill>
                  <a:prstClr val="white"/>
                </a:solidFill>
                <a:latin typeface="Arial" panose="020B0604020202020204"/>
              </a:rPr>
              <a:t>Applications with significant </a:t>
            </a:r>
            <a:r>
              <a:rPr lang="en-IE" sz="2000" u="sng" dirty="0">
                <a:solidFill>
                  <a:prstClr val="white"/>
                </a:solidFill>
                <a:effectLst>
                  <a:outerShdw blurRad="38100" dist="38100" dir="2700000" algn="tl">
                    <a:srgbClr val="000000">
                      <a:alpha val="43137"/>
                    </a:srgbClr>
                  </a:outerShdw>
                </a:effectLst>
                <a:latin typeface="Arial" panose="020B0604020202020204"/>
              </a:rPr>
              <a:t>Business Logic  &amp; 000s LOCs</a:t>
            </a:r>
          </a:p>
          <a:p>
            <a:pPr marL="514350" marR="0" lvl="0" indent="-514350" algn="l" defTabSz="712984" rtl="0" eaLnBrk="1" fontAlgn="auto" latinLnBrk="0" hangingPunct="1">
              <a:lnSpc>
                <a:spcPct val="100000"/>
              </a:lnSpc>
              <a:spcBef>
                <a:spcPts val="600"/>
              </a:spcBef>
              <a:spcAft>
                <a:spcPts val="600"/>
              </a:spcAft>
              <a:buClrTx/>
              <a:buSzTx/>
              <a:buFont typeface="+mj-lt"/>
              <a:buAutoNum type="romanLcPeriod"/>
              <a:tabLst/>
              <a:defRPr/>
            </a:pPr>
            <a:r>
              <a:rPr lang="en-IE" sz="2000" dirty="0">
                <a:solidFill>
                  <a:prstClr val="white"/>
                </a:solidFill>
                <a:latin typeface="Arial" panose="020B0604020202020204"/>
              </a:rPr>
              <a:t>Globally distributed development teams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10052" y="2902079"/>
            <a:ext cx="4723108" cy="3272155"/>
          </a:xfrm>
          <a:prstGeom prst="rect">
            <a:avLst/>
          </a:prstGeom>
        </p:spPr>
      </p:pic>
    </p:spTree>
    <p:extLst>
      <p:ext uri="{BB962C8B-B14F-4D97-AF65-F5344CB8AC3E}">
        <p14:creationId xmlns:p14="http://schemas.microsoft.com/office/powerpoint/2010/main" val="136297033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9C8A5-A248-96C8-730E-6F8B26F59FFC}"/>
            </a:ext>
          </a:extLst>
        </p:cNvPr>
        <p:cNvGrpSpPr/>
        <p:nvPr/>
      </p:nvGrpSpPr>
      <p:grpSpPr>
        <a:xfrm>
          <a:off x="0" y="0"/>
          <a:ext cx="0" cy="0"/>
          <a:chOff x="0" y="0"/>
          <a:chExt cx="0" cy="0"/>
        </a:xfrm>
      </p:grpSpPr>
      <p:sp>
        <p:nvSpPr>
          <p:cNvPr id="151" name="Slide Number">
            <a:extLst>
              <a:ext uri="{FF2B5EF4-FFF2-40B4-BE49-F238E27FC236}">
                <a16:creationId xmlns:a16="http://schemas.microsoft.com/office/drawing/2014/main" id="{E3D64E52-93CF-4F4A-E2A1-EAB3B5DE43A3}"/>
              </a:ext>
            </a:extLst>
          </p:cNvP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r" defTabSz="712984" rtl="0" eaLnBrk="1" fontAlgn="auto" latinLnBrk="0" hangingPunct="1">
              <a:lnSpc>
                <a:spcPct val="100000"/>
              </a:lnSpc>
              <a:spcBef>
                <a:spcPts val="0"/>
              </a:spcBef>
              <a:spcAft>
                <a:spcPts val="0"/>
              </a:spcAft>
              <a:buClrTx/>
              <a:buSzTx/>
              <a:buFontTx/>
              <a:buNone/>
              <a:tabLst/>
              <a:defRPr/>
            </a:pPr>
            <a:fld id="{86CB4B4D-7CA3-9044-876B-883B54F8677D}" type="slidenum">
              <a:rPr kumimoji="0" sz="900" b="0" i="0" u="none" strike="noStrike" kern="1200" cap="none" spc="0" normalizeH="0" baseline="0" noProof="0">
                <a:ln>
                  <a:noFill/>
                </a:ln>
                <a:solidFill>
                  <a:srgbClr val="005336"/>
                </a:solidFill>
                <a:effectLst/>
                <a:uLnTx/>
                <a:uFillTx/>
                <a:latin typeface="Helvetica" pitchFamily="2" charset="0"/>
                <a:ea typeface="+mn-ea"/>
                <a:cs typeface="+mn-cs"/>
              </a:rPr>
              <a:pPr marL="0" marR="0" lvl="0" indent="0" algn="r" defTabSz="712984" rtl="0" eaLnBrk="1" fontAlgn="auto" latinLnBrk="0" hangingPunct="1">
                <a:lnSpc>
                  <a:spcPct val="100000"/>
                </a:lnSpc>
                <a:spcBef>
                  <a:spcPts val="0"/>
                </a:spcBef>
                <a:spcAft>
                  <a:spcPts val="0"/>
                </a:spcAft>
                <a:buClrTx/>
                <a:buSzTx/>
                <a:buFontTx/>
                <a:buNone/>
                <a:tabLst/>
                <a:defRPr/>
              </a:pPr>
              <a:t>5</a:t>
            </a:fld>
            <a:endParaRPr kumimoji="0"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152" name="Rectangle">
            <a:extLst>
              <a:ext uri="{FF2B5EF4-FFF2-40B4-BE49-F238E27FC236}">
                <a16:creationId xmlns:a16="http://schemas.microsoft.com/office/drawing/2014/main" id="{20134E57-13D9-EBC6-6156-60C6C4FBA0A0}"/>
              </a:ext>
            </a:extLst>
          </p:cNvPr>
          <p:cNvSpPr/>
          <p:nvPr/>
        </p:nvSpPr>
        <p:spPr>
          <a:xfrm>
            <a:off x="0" y="857251"/>
            <a:ext cx="762000" cy="5143500"/>
          </a:xfrm>
          <a:prstGeom prst="rect">
            <a:avLst/>
          </a:prstGeom>
          <a:solidFill>
            <a:srgbClr val="202329"/>
          </a:solidFill>
          <a:ln w="12700">
            <a:miter lim="400000"/>
          </a:ln>
        </p:spPr>
        <p:txBody>
          <a:bodyPr lIns="0" tIns="0" rIns="0" bIns="0" anchor="ctr"/>
          <a:lstStyle/>
          <a:p>
            <a:pPr marL="0" marR="0" lvl="0" indent="0" algn="l" defTabSz="712984"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sz="1200" b="0" i="0" u="none" strike="noStrike" kern="1200" cap="none" spc="0" normalizeH="0" baseline="0" noProof="0" dirty="0">
              <a:ln>
                <a:noFill/>
              </a:ln>
              <a:solidFill>
                <a:srgbClr val="FFFFFF"/>
              </a:solidFill>
              <a:effectLst/>
              <a:uLnTx/>
              <a:uFillTx/>
              <a:latin typeface="Arial" panose="020B0604020202020204"/>
              <a:ea typeface="+mn-ea"/>
              <a:cs typeface="+mn-cs"/>
              <a:sym typeface="Helvetica Neue Medium"/>
            </a:endParaRPr>
          </a:p>
        </p:txBody>
      </p:sp>
      <p:sp>
        <p:nvSpPr>
          <p:cNvPr id="154" name="M Point">
            <a:extLst>
              <a:ext uri="{FF2B5EF4-FFF2-40B4-BE49-F238E27FC236}">
                <a16:creationId xmlns:a16="http://schemas.microsoft.com/office/drawing/2014/main" id="{7AC80122-7670-BECF-CB3B-8AB89989275C}"/>
              </a:ext>
            </a:extLst>
          </p:cNvPr>
          <p:cNvSpPr txBox="1"/>
          <p:nvPr/>
        </p:nvSpPr>
        <p:spPr>
          <a:xfrm rot="16200000">
            <a:off x="74187" y="3616420"/>
            <a:ext cx="617157" cy="14401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ctr">
            <a:spAutoFit/>
          </a:bodyPr>
          <a:lstStyle>
            <a:lvl1pPr algn="l">
              <a:defRPr b="0">
                <a:solidFill>
                  <a:srgbClr val="F7F9FF"/>
                </a:solidFill>
                <a:latin typeface="Poppins Medium"/>
                <a:ea typeface="Poppins Medium"/>
                <a:cs typeface="Poppins Medium"/>
                <a:sym typeface="Poppins Medium"/>
              </a:defRPr>
            </a:lvl1pPr>
          </a:lstStyle>
          <a:p>
            <a:pPr marL="0" marR="0" lvl="0" indent="0" algn="l" defTabSz="712984" rtl="0" eaLnBrk="1" fontAlgn="auto" latinLnBrk="0" hangingPunct="1">
              <a:lnSpc>
                <a:spcPct val="100000"/>
              </a:lnSpc>
              <a:spcBef>
                <a:spcPts val="0"/>
              </a:spcBef>
              <a:spcAft>
                <a:spcPts val="0"/>
              </a:spcAft>
              <a:buClrTx/>
              <a:buSzTx/>
              <a:buFontTx/>
              <a:buNone/>
              <a:tabLst/>
              <a:defRPr/>
            </a:pPr>
            <a:r>
              <a:rPr kumimoji="0" lang="en-IE" sz="936" b="0" i="0" u="none" strike="noStrike" kern="1200" cap="none" spc="0" normalizeH="0" baseline="0" noProof="0" dirty="0">
                <a:ln>
                  <a:noFill/>
                </a:ln>
                <a:solidFill>
                  <a:srgbClr val="F7F9FF"/>
                </a:solidFill>
                <a:effectLst/>
                <a:uLnTx/>
                <a:uFillTx/>
                <a:latin typeface="Poppins Medium"/>
                <a:cs typeface="Poppins Medium"/>
                <a:sym typeface="Poppins Medium"/>
              </a:rPr>
              <a:t>( CS6451 )</a:t>
            </a:r>
            <a:endParaRPr kumimoji="0" lang="ga-IE" sz="936" b="0" i="0" u="none" strike="noStrike" kern="1200" cap="none" spc="0" normalizeH="0" baseline="0" noProof="0" dirty="0">
              <a:ln>
                <a:noFill/>
              </a:ln>
              <a:solidFill>
                <a:srgbClr val="F7F9FF"/>
              </a:solidFill>
              <a:effectLst/>
              <a:uLnTx/>
              <a:uFillTx/>
              <a:latin typeface="Poppins Medium"/>
              <a:cs typeface="Poppins Medium"/>
              <a:sym typeface="Poppins Medium"/>
            </a:endParaRPr>
          </a:p>
        </p:txBody>
      </p:sp>
      <p:sp>
        <p:nvSpPr>
          <p:cNvPr id="155" name="Seamlessly develop orthogonal readiness before…">
            <a:extLst>
              <a:ext uri="{FF2B5EF4-FFF2-40B4-BE49-F238E27FC236}">
                <a16:creationId xmlns:a16="http://schemas.microsoft.com/office/drawing/2014/main" id="{DD232E91-A153-641C-82C0-76CBF027732A}"/>
              </a:ext>
            </a:extLst>
          </p:cNvPr>
          <p:cNvSpPr txBox="1"/>
          <p:nvPr/>
        </p:nvSpPr>
        <p:spPr>
          <a:xfrm>
            <a:off x="4719230" y="1340768"/>
            <a:ext cx="4392488" cy="4764381"/>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marL="0" marR="0" lvl="0" indent="0" algn="l" defTabSz="914400" rtl="0" eaLnBrk="1" fontAlgn="base" latinLnBrk="0" hangingPunct="1">
              <a:lnSpc>
                <a:spcPct val="80000"/>
              </a:lnSpc>
              <a:spcBef>
                <a:spcPct val="0"/>
              </a:spcBef>
              <a:spcAft>
                <a:spcPct val="0"/>
              </a:spcAft>
              <a:buClrTx/>
              <a:buSzTx/>
              <a:buFontTx/>
              <a:buNone/>
              <a:tabLst/>
              <a:defRPr/>
            </a:pPr>
            <a:endParaRPr lang="en-GB" b="1" dirty="0">
              <a:solidFill>
                <a:srgbClr val="00B140">
                  <a:lumMod val="50000"/>
                </a:srgbClr>
              </a:solidFill>
            </a:endParaRPr>
          </a:p>
          <a:p>
            <a:pPr marL="0" marR="0" lvl="0" indent="0" algn="l" defTabSz="914400" rtl="0" eaLnBrk="1" fontAlgn="base" latinLnBrk="0" hangingPunct="1">
              <a:lnSpc>
                <a:spcPct val="80000"/>
              </a:lnSpc>
              <a:spcBef>
                <a:spcPct val="0"/>
              </a:spcBef>
              <a:spcAft>
                <a:spcPct val="0"/>
              </a:spcAft>
              <a:buClrTx/>
              <a:buSzTx/>
              <a:buFontTx/>
              <a:buNone/>
              <a:tabLst/>
              <a:defRPr/>
            </a:pPr>
            <a:r>
              <a:rPr lang="en-GB" b="1" dirty="0">
                <a:solidFill>
                  <a:srgbClr val="00B140">
                    <a:lumMod val="50000"/>
                  </a:srgbClr>
                </a:solidFill>
              </a:rPr>
              <a:t>Because LLMs can now generate 100% of the code.</a:t>
            </a:r>
          </a:p>
          <a:p>
            <a:pPr marL="0" marR="0" lvl="0" indent="0" algn="l" defTabSz="914400" rtl="0" eaLnBrk="1" fontAlgn="base" latinLnBrk="0" hangingPunct="1">
              <a:lnSpc>
                <a:spcPct val="80000"/>
              </a:lnSpc>
              <a:spcBef>
                <a:spcPct val="0"/>
              </a:spcBef>
              <a:spcAft>
                <a:spcPct val="0"/>
              </a:spcAft>
              <a:buClrTx/>
              <a:buSzTx/>
              <a:buFontTx/>
              <a:buNone/>
              <a:tabLst/>
              <a:defRPr/>
            </a:pPr>
            <a:endParaRPr lang="en-GB" b="1" dirty="0">
              <a:solidFill>
                <a:srgbClr val="00B140">
                  <a:lumMod val="50000"/>
                </a:srgbClr>
              </a:solidFill>
            </a:endParaRPr>
          </a:p>
          <a:p>
            <a:pPr marL="0" marR="0" lvl="0" indent="0" algn="l" defTabSz="914400" rtl="0" eaLnBrk="1" fontAlgn="base" latinLnBrk="0" hangingPunct="1">
              <a:lnSpc>
                <a:spcPct val="80000"/>
              </a:lnSpc>
              <a:spcBef>
                <a:spcPct val="0"/>
              </a:spcBef>
              <a:spcAft>
                <a:spcPct val="0"/>
              </a:spcAft>
              <a:buClrTx/>
              <a:buSzTx/>
              <a:buFontTx/>
              <a:buNone/>
              <a:tabLst/>
              <a:defRPr/>
            </a:pPr>
            <a:r>
              <a:rPr lang="en-GB" b="1" dirty="0">
                <a:solidFill>
                  <a:srgbClr val="00B140">
                    <a:lumMod val="50000"/>
                  </a:srgbClr>
                </a:solidFill>
              </a:rPr>
              <a:t>But knowledge of good programming practice and competency in software engineering required to PROMPT LLMs and VALIDATE their responses.</a:t>
            </a:r>
          </a:p>
          <a:p>
            <a:pPr marL="0" marR="0" lvl="0" indent="0" algn="l" defTabSz="914400" rtl="0" eaLnBrk="1" fontAlgn="base" latinLnBrk="0" hangingPunct="1">
              <a:lnSpc>
                <a:spcPct val="80000"/>
              </a:lnSpc>
              <a:spcBef>
                <a:spcPct val="0"/>
              </a:spcBef>
              <a:spcAft>
                <a:spcPct val="0"/>
              </a:spcAft>
              <a:buClrTx/>
              <a:buSzTx/>
              <a:buFontTx/>
              <a:buNone/>
              <a:tabLst/>
              <a:defRPr/>
            </a:pPr>
            <a:endParaRPr lang="en-GB" b="1" dirty="0">
              <a:solidFill>
                <a:srgbClr val="00B140">
                  <a:lumMod val="50000"/>
                </a:srgbClr>
              </a:solidFill>
            </a:endParaRPr>
          </a:p>
          <a:p>
            <a:r>
              <a:rPr lang="en-GB" b="1" dirty="0">
                <a:solidFill>
                  <a:srgbClr val="00B140">
                    <a:lumMod val="50000"/>
                  </a:srgbClr>
                </a:solidFill>
              </a:rPr>
              <a:t>Claude: “</a:t>
            </a:r>
            <a:r>
              <a:rPr lang="en-IE" b="1" dirty="0"/>
              <a:t>It [programming] builds the underlying mental skills</a:t>
            </a:r>
            <a:endParaRPr lang="en-IE" dirty="0"/>
          </a:p>
          <a:p>
            <a:pPr lvl="0"/>
            <a:r>
              <a:rPr lang="en-IE" dirty="0"/>
              <a:t>Decomposing a big problem into smaller ones</a:t>
            </a:r>
          </a:p>
          <a:p>
            <a:pPr lvl="0"/>
            <a:r>
              <a:rPr lang="en-IE" dirty="0"/>
              <a:t>Debugging systematically instead of guessing</a:t>
            </a:r>
          </a:p>
          <a:p>
            <a:pPr lvl="0"/>
            <a:r>
              <a:rPr lang="en-IE" dirty="0"/>
              <a:t>Thinking about correctness, not just "it seems to work"</a:t>
            </a:r>
          </a:p>
          <a:p>
            <a:pPr lvl="0"/>
            <a:r>
              <a:rPr lang="en-IE" dirty="0"/>
              <a:t>Reasoning about efficiency (why one solution is faster than another)”</a:t>
            </a:r>
          </a:p>
        </p:txBody>
      </p:sp>
      <p:sp>
        <p:nvSpPr>
          <p:cNvPr id="156" name="The secret to creativity is…">
            <a:extLst>
              <a:ext uri="{FF2B5EF4-FFF2-40B4-BE49-F238E27FC236}">
                <a16:creationId xmlns:a16="http://schemas.microsoft.com/office/drawing/2014/main" id="{D40C6EAB-3B29-9B7B-F84D-70A045E22DA9}"/>
              </a:ext>
            </a:extLst>
          </p:cNvPr>
          <p:cNvSpPr txBox="1"/>
          <p:nvPr/>
        </p:nvSpPr>
        <p:spPr>
          <a:xfrm>
            <a:off x="4744398" y="467944"/>
            <a:ext cx="3932058" cy="31162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b">
            <a:spAutoFit/>
          </a:bodyPr>
          <a:lstStyle/>
          <a:p>
            <a:pPr marL="0" marR="0" lvl="0" indent="0" algn="l" defTabSz="712984" rtl="0" eaLnBrk="1" fontAlgn="auto" latinLnBrk="0" hangingPunct="1">
              <a:lnSpc>
                <a:spcPct val="100000"/>
              </a:lnSpc>
              <a:spcBef>
                <a:spcPts val="0"/>
              </a:spcBef>
              <a:spcAft>
                <a:spcPts val="0"/>
              </a:spcAft>
              <a:buClrTx/>
              <a:buSzTx/>
              <a:buFontTx/>
              <a:buNone/>
              <a:tabLst/>
              <a:defRPr b="0">
                <a:solidFill>
                  <a:srgbClr val="3D3D3D"/>
                </a:solidFill>
                <a:latin typeface="Poppins Medium"/>
                <a:ea typeface="Poppins Medium"/>
                <a:cs typeface="Poppins Medium"/>
                <a:sym typeface="Poppins Medium"/>
              </a:defRPr>
            </a:pPr>
            <a:r>
              <a:rPr lang="en-IE" sz="2025" dirty="0">
                <a:solidFill>
                  <a:srgbClr val="00B140"/>
                </a:solidFill>
                <a:latin typeface="Poppins Medium"/>
                <a:cs typeface="Poppins Medium"/>
                <a:sym typeface="Poppins Medium"/>
              </a:rPr>
              <a:t>Programming is Dead</a:t>
            </a:r>
            <a:endParaRPr kumimoji="0" sz="2025" b="0" i="0" u="none" strike="noStrike" kern="1200" cap="none" spc="0" normalizeH="0" baseline="0" noProof="0" dirty="0">
              <a:ln>
                <a:noFill/>
              </a:ln>
              <a:solidFill>
                <a:srgbClr val="3D3D3D"/>
              </a:solidFill>
              <a:effectLst/>
              <a:uLnTx/>
              <a:uFillTx/>
              <a:latin typeface="Poppins Medium"/>
              <a:cs typeface="Poppins Medium"/>
              <a:sym typeface="Poppins Medium"/>
            </a:endParaRPr>
          </a:p>
        </p:txBody>
      </p:sp>
      <p:sp>
        <p:nvSpPr>
          <p:cNvPr id="5" name="TextBox 4">
            <a:extLst>
              <a:ext uri="{FF2B5EF4-FFF2-40B4-BE49-F238E27FC236}">
                <a16:creationId xmlns:a16="http://schemas.microsoft.com/office/drawing/2014/main" id="{DC1F1375-C89E-4EFC-F5F6-2B08CDEAE0F1}"/>
              </a:ext>
            </a:extLst>
          </p:cNvPr>
          <p:cNvSpPr txBox="1"/>
          <p:nvPr/>
        </p:nvSpPr>
        <p:spPr>
          <a:xfrm>
            <a:off x="1277454" y="5906012"/>
            <a:ext cx="1689630" cy="308418"/>
          </a:xfrm>
          <a:prstGeom prst="rect">
            <a:avLst/>
          </a:prstGeom>
          <a:noFill/>
        </p:spPr>
        <p:txBody>
          <a:bodyPr wrap="none" rtlCol="0">
            <a:spAutoFit/>
          </a:bodyPr>
          <a:lstStyle/>
          <a:p>
            <a:pPr marL="0" marR="0" lvl="0" indent="0" algn="l" defTabSz="712984" rtl="0" eaLnBrk="1" fontAlgn="auto" latinLnBrk="0" hangingPunct="1">
              <a:lnSpc>
                <a:spcPct val="100000"/>
              </a:lnSpc>
              <a:spcBef>
                <a:spcPts val="0"/>
              </a:spcBef>
              <a:spcAft>
                <a:spcPts val="0"/>
              </a:spcAft>
              <a:buClrTx/>
              <a:buSzTx/>
              <a:buFontTx/>
              <a:buNone/>
              <a:tabLst/>
              <a:defRPr/>
            </a:pPr>
            <a:r>
              <a:rPr kumimoji="0" lang="en-IE" sz="1404" b="1" i="0" u="none" strike="noStrike" kern="1200" cap="none" spc="0" normalizeH="0" baseline="0" noProof="0" dirty="0">
                <a:ln>
                  <a:noFill/>
                </a:ln>
                <a:solidFill>
                  <a:srgbClr val="171616"/>
                </a:solidFill>
                <a:effectLst>
                  <a:outerShdw blurRad="38100" dist="38100" dir="2700000" algn="tl">
                    <a:srgbClr val="000000">
                      <a:alpha val="43137"/>
                    </a:srgbClr>
                  </a:outerShdw>
                </a:effectLst>
                <a:uLnTx/>
                <a:uFillTx/>
                <a:latin typeface="Arial" panose="020B0604020202020204"/>
                <a:ea typeface="+mn-ea"/>
                <a:cs typeface="+mn-cs"/>
              </a:rPr>
              <a:t>© www.infoq.com</a:t>
            </a:r>
          </a:p>
        </p:txBody>
      </p:sp>
      <p:pic>
        <p:nvPicPr>
          <p:cNvPr id="6" name="Picture Placeholder 5">
            <a:extLst>
              <a:ext uri="{FF2B5EF4-FFF2-40B4-BE49-F238E27FC236}">
                <a16:creationId xmlns:a16="http://schemas.microsoft.com/office/drawing/2014/main" id="{E9D55260-BA79-91A7-59AA-6461F412CDA4}"/>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31596" r="31596"/>
          <a:stretch>
            <a:fillRect/>
          </a:stretch>
        </p:blipFill>
        <p:spPr>
          <a:prstGeom prst="rect">
            <a:avLst/>
          </a:prstGeom>
          <a:solidFill>
            <a:prstClr val="white">
              <a:lumMod val="95000"/>
            </a:prstClr>
          </a:solidFill>
        </p:spPr>
      </p:pic>
    </p:spTree>
    <p:extLst>
      <p:ext uri="{BB962C8B-B14F-4D97-AF65-F5344CB8AC3E}">
        <p14:creationId xmlns:p14="http://schemas.microsoft.com/office/powerpoint/2010/main" val="225407670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pPr marL="0" marR="0" lvl="0" indent="0" algn="r" defTabSz="712984" rtl="0" eaLnBrk="1" fontAlgn="auto" latinLnBrk="0" hangingPunct="1">
              <a:lnSpc>
                <a:spcPct val="100000"/>
              </a:lnSpc>
              <a:spcBef>
                <a:spcPts val="0"/>
              </a:spcBef>
              <a:spcAft>
                <a:spcPts val="0"/>
              </a:spcAft>
              <a:buClrTx/>
              <a:buSzTx/>
              <a:buFontTx/>
              <a:buNone/>
              <a:tabLst/>
              <a:defRPr/>
            </a:pPr>
            <a:fld id="{86CB4B4D-7CA3-9044-876B-883B54F8677D}" type="slidenum">
              <a:rPr kumimoji="0" sz="900" b="0" i="0" u="none" strike="noStrike" kern="1200" cap="none" spc="0" normalizeH="0" baseline="0" noProof="0">
                <a:ln>
                  <a:noFill/>
                </a:ln>
                <a:solidFill>
                  <a:srgbClr val="005336"/>
                </a:solidFill>
                <a:effectLst/>
                <a:uLnTx/>
                <a:uFillTx/>
                <a:latin typeface="Helvetica" pitchFamily="2" charset="0"/>
                <a:ea typeface="+mn-ea"/>
                <a:cs typeface="+mn-cs"/>
              </a:rPr>
              <a:pPr marL="0" marR="0" lvl="0" indent="0" algn="r" defTabSz="712984" rtl="0" eaLnBrk="1" fontAlgn="auto" latinLnBrk="0" hangingPunct="1">
                <a:lnSpc>
                  <a:spcPct val="100000"/>
                </a:lnSpc>
                <a:spcBef>
                  <a:spcPts val="0"/>
                </a:spcBef>
                <a:spcAft>
                  <a:spcPts val="0"/>
                </a:spcAft>
                <a:buClrTx/>
                <a:buSzTx/>
                <a:buFontTx/>
                <a:buNone/>
                <a:tabLst/>
                <a:defRPr/>
              </a:pPr>
              <a:t>6</a:t>
            </a:fld>
            <a:endParaRPr kumimoji="0"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152" name="Rectangle"/>
          <p:cNvSpPr/>
          <p:nvPr/>
        </p:nvSpPr>
        <p:spPr>
          <a:xfrm>
            <a:off x="0" y="857251"/>
            <a:ext cx="762000" cy="5143500"/>
          </a:xfrm>
          <a:prstGeom prst="rect">
            <a:avLst/>
          </a:prstGeom>
          <a:solidFill>
            <a:srgbClr val="202329"/>
          </a:solidFill>
          <a:ln w="12700">
            <a:miter lim="400000"/>
          </a:ln>
        </p:spPr>
        <p:txBody>
          <a:bodyPr lIns="0" tIns="0" rIns="0" bIns="0" anchor="ctr"/>
          <a:lstStyle/>
          <a:p>
            <a:pPr marL="0" marR="0" lvl="0" indent="0" algn="l" defTabSz="712984" rtl="0" eaLnBrk="1" fontAlgn="auto" latinLnBrk="0" hangingPunct="1">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endParaRPr kumimoji="0" sz="1200" b="0" i="0" u="none" strike="noStrike" kern="1200" cap="none" spc="0" normalizeH="0" baseline="0" noProof="0" dirty="0">
              <a:ln>
                <a:noFill/>
              </a:ln>
              <a:solidFill>
                <a:srgbClr val="FFFFFF"/>
              </a:solidFill>
              <a:effectLst/>
              <a:uLnTx/>
              <a:uFillTx/>
              <a:latin typeface="Arial" panose="020B0604020202020204"/>
              <a:ea typeface="+mn-ea"/>
              <a:cs typeface="+mn-cs"/>
              <a:sym typeface="Helvetica Neue Medium"/>
            </a:endParaRPr>
          </a:p>
        </p:txBody>
      </p:sp>
      <p:sp>
        <p:nvSpPr>
          <p:cNvPr id="154" name="M Point"/>
          <p:cNvSpPr txBox="1"/>
          <p:nvPr/>
        </p:nvSpPr>
        <p:spPr>
          <a:xfrm rot="16200000">
            <a:off x="74187" y="3616420"/>
            <a:ext cx="617157" cy="14401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nchor="ctr">
            <a:spAutoFit/>
          </a:bodyPr>
          <a:lstStyle>
            <a:lvl1pPr algn="l">
              <a:defRPr b="0">
                <a:solidFill>
                  <a:srgbClr val="F7F9FF"/>
                </a:solidFill>
                <a:latin typeface="Poppins Medium"/>
                <a:ea typeface="Poppins Medium"/>
                <a:cs typeface="Poppins Medium"/>
                <a:sym typeface="Poppins Medium"/>
              </a:defRPr>
            </a:lvl1pPr>
          </a:lstStyle>
          <a:p>
            <a:pPr marL="0" marR="0" lvl="0" indent="0" algn="l" defTabSz="712984" rtl="0" eaLnBrk="1" fontAlgn="auto" latinLnBrk="0" hangingPunct="1">
              <a:lnSpc>
                <a:spcPct val="100000"/>
              </a:lnSpc>
              <a:spcBef>
                <a:spcPts val="0"/>
              </a:spcBef>
              <a:spcAft>
                <a:spcPts val="0"/>
              </a:spcAft>
              <a:buClrTx/>
              <a:buSzTx/>
              <a:buFontTx/>
              <a:buNone/>
              <a:tabLst/>
              <a:defRPr/>
            </a:pPr>
            <a:r>
              <a:rPr kumimoji="0" lang="en-IE" sz="936" b="0" i="0" u="none" strike="noStrike" kern="1200" cap="none" spc="0" normalizeH="0" baseline="0" noProof="0" dirty="0">
                <a:ln>
                  <a:noFill/>
                </a:ln>
                <a:solidFill>
                  <a:srgbClr val="F7F9FF"/>
                </a:solidFill>
                <a:effectLst/>
                <a:uLnTx/>
                <a:uFillTx/>
                <a:latin typeface="Poppins Medium"/>
                <a:sym typeface="Poppins Medium"/>
              </a:rPr>
              <a:t>( CS6451 )</a:t>
            </a:r>
            <a:endParaRPr kumimoji="0" lang="ga-IE" sz="936" b="0" i="0" u="none" strike="noStrike" kern="1200" cap="none" spc="0" normalizeH="0" baseline="0" noProof="0" dirty="0">
              <a:ln>
                <a:noFill/>
              </a:ln>
              <a:solidFill>
                <a:srgbClr val="F7F9FF"/>
              </a:solidFill>
              <a:effectLst/>
              <a:uLnTx/>
              <a:uFillTx/>
              <a:latin typeface="Poppins Medium"/>
              <a:sym typeface="Poppins Medium"/>
            </a:endParaRPr>
          </a:p>
        </p:txBody>
      </p:sp>
      <p:sp>
        <p:nvSpPr>
          <p:cNvPr id="155" name="Seamlessly develop orthogonal readiness before…"/>
          <p:cNvSpPr txBox="1"/>
          <p:nvPr/>
        </p:nvSpPr>
        <p:spPr>
          <a:xfrm>
            <a:off x="4719230" y="1340768"/>
            <a:ext cx="4392488" cy="5090496"/>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ct val="80000"/>
              </a:lnSpc>
            </a:pPr>
            <a:r>
              <a:rPr lang="en-GB" b="1" dirty="0">
                <a:solidFill>
                  <a:schemeClr val="accent1">
                    <a:lumMod val="50000"/>
                  </a:schemeClr>
                </a:solidFill>
              </a:rPr>
              <a:t>20% Midterm Week 5: </a:t>
            </a:r>
            <a:r>
              <a:rPr lang="en-GB" dirty="0">
                <a:solidFill>
                  <a:schemeClr val="accent1">
                    <a:lumMod val="50000"/>
                  </a:schemeClr>
                </a:solidFill>
              </a:rPr>
              <a:t>pen &amp; paper exam.</a:t>
            </a:r>
          </a:p>
          <a:p>
            <a:pPr marL="0" indent="0">
              <a:lnSpc>
                <a:spcPct val="80000"/>
              </a:lnSpc>
              <a:buNone/>
            </a:pPr>
            <a:endParaRPr lang="en-GB" b="1" dirty="0">
              <a:solidFill>
                <a:schemeClr val="accent1">
                  <a:lumMod val="50000"/>
                </a:schemeClr>
              </a:solidFill>
            </a:endParaRPr>
          </a:p>
          <a:p>
            <a:pPr marL="0" indent="0">
              <a:lnSpc>
                <a:spcPct val="80000"/>
              </a:lnSpc>
              <a:buNone/>
            </a:pPr>
            <a:endParaRPr lang="en-GB" b="1" dirty="0">
              <a:solidFill>
                <a:schemeClr val="accent1">
                  <a:lumMod val="50000"/>
                </a:schemeClr>
              </a:solidFill>
            </a:endParaRPr>
          </a:p>
          <a:p>
            <a:pPr>
              <a:lnSpc>
                <a:spcPct val="80000"/>
              </a:lnSpc>
            </a:pPr>
            <a:r>
              <a:rPr lang="en-GB" b="1" dirty="0">
                <a:solidFill>
                  <a:schemeClr val="accent1">
                    <a:lumMod val="50000"/>
                  </a:schemeClr>
                </a:solidFill>
              </a:rPr>
              <a:t>40% Assignment</a:t>
            </a:r>
          </a:p>
          <a:p>
            <a:pPr marL="742950" lvl="1" indent="-285750">
              <a:lnSpc>
                <a:spcPct val="80000"/>
              </a:lnSpc>
              <a:buFont typeface="Arial" panose="020B0604020202020204" pitchFamily="34" charset="0"/>
              <a:buChar char="•"/>
            </a:pPr>
            <a:r>
              <a:rPr lang="en-GB" b="1" dirty="0">
                <a:solidFill>
                  <a:schemeClr val="accent1">
                    <a:lumMod val="50000"/>
                  </a:schemeClr>
                </a:solidFill>
              </a:rPr>
              <a:t>Part 1: 25%  OOAD + CODING</a:t>
            </a:r>
            <a:endParaRPr lang="en-GB" dirty="0">
              <a:solidFill>
                <a:schemeClr val="accent1">
                  <a:lumMod val="50000"/>
                </a:schemeClr>
              </a:solidFill>
            </a:endParaRPr>
          </a:p>
          <a:p>
            <a:pPr marL="1200150" lvl="2" indent="-285750">
              <a:lnSpc>
                <a:spcPct val="80000"/>
              </a:lnSpc>
              <a:buFont typeface="Arial" panose="020B0604020202020204" pitchFamily="34" charset="0"/>
              <a:buChar char="•"/>
            </a:pPr>
            <a:r>
              <a:rPr lang="en-GB" dirty="0">
                <a:solidFill>
                  <a:schemeClr val="accent1">
                    <a:lumMod val="50000"/>
                  </a:schemeClr>
                </a:solidFill>
              </a:rPr>
              <a:t>Distributed Week 3, due week 9</a:t>
            </a:r>
          </a:p>
          <a:p>
            <a:pPr marL="742950" lvl="1" indent="-285750">
              <a:lnSpc>
                <a:spcPct val="80000"/>
              </a:lnSpc>
              <a:buFont typeface="Arial" panose="020B0604020202020204" pitchFamily="34" charset="0"/>
              <a:buChar char="•"/>
            </a:pPr>
            <a:r>
              <a:rPr lang="en-GB" b="1" dirty="0">
                <a:solidFill>
                  <a:schemeClr val="accent1">
                    <a:lumMod val="50000"/>
                  </a:schemeClr>
                </a:solidFill>
              </a:rPr>
              <a:t>Part 2: 15% Microservices. </a:t>
            </a:r>
            <a:endParaRPr lang="en-GB" dirty="0">
              <a:solidFill>
                <a:schemeClr val="accent1">
                  <a:lumMod val="50000"/>
                </a:schemeClr>
              </a:solidFill>
            </a:endParaRPr>
          </a:p>
          <a:p>
            <a:pPr marL="1200150" lvl="2" indent="-285750">
              <a:lnSpc>
                <a:spcPct val="80000"/>
              </a:lnSpc>
              <a:buFont typeface="Arial" panose="020B0604020202020204" pitchFamily="34" charset="0"/>
              <a:buChar char="•"/>
            </a:pPr>
            <a:r>
              <a:rPr lang="en-GB" dirty="0">
                <a:solidFill>
                  <a:schemeClr val="accent1">
                    <a:lumMod val="50000"/>
                  </a:schemeClr>
                </a:solidFill>
              </a:rPr>
              <a:t>Distributed Week 10, due week 12.</a:t>
            </a:r>
          </a:p>
          <a:p>
            <a:pPr marL="742950" lvl="1" indent="-285750">
              <a:lnSpc>
                <a:spcPct val="80000"/>
              </a:lnSpc>
              <a:buFont typeface="Arial" panose="020B0604020202020204" pitchFamily="34" charset="0"/>
              <a:buChar char="•"/>
            </a:pPr>
            <a:r>
              <a:rPr lang="en-GB" dirty="0">
                <a:solidFill>
                  <a:schemeClr val="accent1">
                    <a:lumMod val="50000"/>
                  </a:schemeClr>
                </a:solidFill>
              </a:rPr>
              <a:t>Assignment is Team-Based</a:t>
            </a:r>
          </a:p>
          <a:p>
            <a:pPr marL="742950" lvl="1" indent="-285750">
              <a:lnSpc>
                <a:spcPct val="80000"/>
              </a:lnSpc>
              <a:buFont typeface="Arial" panose="020B0604020202020204" pitchFamily="34" charset="0"/>
              <a:buChar char="•"/>
            </a:pPr>
            <a:r>
              <a:rPr lang="en-GB" dirty="0">
                <a:solidFill>
                  <a:schemeClr val="accent1">
                    <a:lumMod val="50000"/>
                  </a:schemeClr>
                </a:solidFill>
              </a:rPr>
              <a:t>1-hour Interview week 13</a:t>
            </a:r>
          </a:p>
          <a:p>
            <a:pPr marL="742950" lvl="1" indent="-285750">
              <a:lnSpc>
                <a:spcPct val="80000"/>
              </a:lnSpc>
              <a:buFont typeface="Arial" panose="020B0604020202020204" pitchFamily="34" charset="0"/>
              <a:buChar char="•"/>
            </a:pPr>
            <a:r>
              <a:rPr lang="en-GB" dirty="0">
                <a:solidFill>
                  <a:schemeClr val="accent1">
                    <a:lumMod val="50000"/>
                  </a:schemeClr>
                </a:solidFill>
              </a:rPr>
              <a:t>An F for this project results in an F for the module</a:t>
            </a:r>
          </a:p>
          <a:p>
            <a:pPr lvl="1">
              <a:lnSpc>
                <a:spcPct val="80000"/>
              </a:lnSpc>
            </a:pPr>
            <a:endParaRPr lang="en-GB" dirty="0">
              <a:solidFill>
                <a:schemeClr val="accent1">
                  <a:lumMod val="50000"/>
                </a:schemeClr>
              </a:solidFill>
            </a:endParaRPr>
          </a:p>
          <a:p>
            <a:pPr lvl="1">
              <a:lnSpc>
                <a:spcPct val="80000"/>
              </a:lnSpc>
            </a:pPr>
            <a:endParaRPr lang="en-GB" dirty="0">
              <a:solidFill>
                <a:schemeClr val="accent1">
                  <a:lumMod val="50000"/>
                </a:schemeClr>
              </a:solidFill>
            </a:endParaRPr>
          </a:p>
          <a:p>
            <a:pPr>
              <a:lnSpc>
                <a:spcPct val="80000"/>
              </a:lnSpc>
            </a:pPr>
            <a:r>
              <a:rPr lang="en-GB" b="1" dirty="0">
                <a:solidFill>
                  <a:schemeClr val="accent1">
                    <a:lumMod val="50000"/>
                  </a:schemeClr>
                </a:solidFill>
              </a:rPr>
              <a:t>40% End of Semester Final Exam</a:t>
            </a:r>
          </a:p>
          <a:p>
            <a:pPr marL="594360" lvl="2" indent="-320040">
              <a:lnSpc>
                <a:spcPct val="80000"/>
              </a:lnSpc>
              <a:spcBef>
                <a:spcPts val="700"/>
              </a:spcBef>
              <a:buSzPct val="60000"/>
              <a:buFont typeface="Wingdings"/>
              <a:buChar char=""/>
            </a:pPr>
            <a:r>
              <a:rPr lang="en-GB" dirty="0">
                <a:solidFill>
                  <a:schemeClr val="accent1">
                    <a:lumMod val="50000"/>
                  </a:schemeClr>
                </a:solidFill>
              </a:rPr>
              <a:t>Project mark will not be counted if one gets an F in the exam! </a:t>
            </a:r>
          </a:p>
          <a:p>
            <a:pPr>
              <a:lnSpc>
                <a:spcPct val="80000"/>
              </a:lnSpc>
            </a:pPr>
            <a:endParaRPr lang="en-GB" dirty="0">
              <a:solidFill>
                <a:schemeClr val="accent1">
                  <a:lumMod val="50000"/>
                </a:schemeClr>
              </a:solidFill>
            </a:endParaRPr>
          </a:p>
          <a:p>
            <a:pPr>
              <a:lnSpc>
                <a:spcPct val="80000"/>
              </a:lnSpc>
            </a:pPr>
            <a:endParaRPr lang="en-GB" dirty="0">
              <a:solidFill>
                <a:schemeClr val="accent1">
                  <a:lumMod val="50000"/>
                </a:schemeClr>
              </a:solidFill>
            </a:endParaRPr>
          </a:p>
          <a:p>
            <a:pPr>
              <a:lnSpc>
                <a:spcPct val="80000"/>
              </a:lnSpc>
            </a:pPr>
            <a:r>
              <a:rPr lang="en-GB" b="1" dirty="0">
                <a:solidFill>
                  <a:schemeClr val="accent1">
                    <a:lumMod val="50000"/>
                  </a:schemeClr>
                </a:solidFill>
              </a:rPr>
              <a:t>Repeat: 100% Exam</a:t>
            </a:r>
            <a:endParaRPr kumimoji="0" lang="ga-IE" sz="1350" b="0" i="0" u="none" strike="noStrike" kern="1200" cap="none" spc="0" normalizeH="0" baseline="0" noProof="0" dirty="0">
              <a:ln>
                <a:noFill/>
              </a:ln>
              <a:solidFill>
                <a:srgbClr val="E7E6E6">
                  <a:lumMod val="25000"/>
                </a:srgbClr>
              </a:solidFill>
              <a:effectLst/>
              <a:uLnTx/>
              <a:uFillTx/>
              <a:latin typeface="Poppins Light"/>
              <a:sym typeface="Poppins Light"/>
            </a:endParaRPr>
          </a:p>
          <a:p>
            <a:pPr marL="0" marR="0" lvl="0" indent="0" algn="l" defTabSz="712984" rtl="0" eaLnBrk="1" fontAlgn="auto" latinLnBrk="0" hangingPunct="1">
              <a:lnSpc>
                <a:spcPct val="130000"/>
              </a:lnSpc>
              <a:spcBef>
                <a:spcPts val="0"/>
              </a:spcBef>
              <a:spcAft>
                <a:spcPts val="0"/>
              </a:spcAft>
              <a:buClrTx/>
              <a:buSzTx/>
              <a:buFontTx/>
              <a:buNone/>
              <a:tabLst/>
              <a:defRPr sz="1800" b="0">
                <a:solidFill>
                  <a:srgbClr val="696E78"/>
                </a:solidFill>
                <a:latin typeface="Poppins Light"/>
                <a:ea typeface="Poppins Light"/>
                <a:cs typeface="Poppins Light"/>
                <a:sym typeface="Poppins Light"/>
              </a:defRPr>
            </a:pPr>
            <a:endParaRPr kumimoji="0" sz="675" b="0" i="0" u="none" strike="noStrike" kern="1200" cap="none" spc="0" normalizeH="0" baseline="0" noProof="0" dirty="0">
              <a:ln>
                <a:noFill/>
              </a:ln>
              <a:solidFill>
                <a:srgbClr val="696E78"/>
              </a:solidFill>
              <a:effectLst/>
              <a:uLnTx/>
              <a:uFillTx/>
              <a:latin typeface="Poppins Light"/>
              <a:sym typeface="Poppins Light"/>
            </a:endParaRPr>
          </a:p>
        </p:txBody>
      </p:sp>
      <p:sp>
        <p:nvSpPr>
          <p:cNvPr id="156" name="The secret to creativity is…"/>
          <p:cNvSpPr txBox="1"/>
          <p:nvPr/>
        </p:nvSpPr>
        <p:spPr>
          <a:xfrm>
            <a:off x="4744398" y="467944"/>
            <a:ext cx="3932058" cy="31162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b">
            <a:spAutoFit/>
          </a:bodyPr>
          <a:lstStyle/>
          <a:p>
            <a:pPr marL="0" marR="0" lvl="0" indent="0" algn="l" defTabSz="712984" rtl="0" eaLnBrk="1" fontAlgn="auto" latinLnBrk="0" hangingPunct="1">
              <a:lnSpc>
                <a:spcPct val="100000"/>
              </a:lnSpc>
              <a:spcBef>
                <a:spcPts val="0"/>
              </a:spcBef>
              <a:spcAft>
                <a:spcPts val="0"/>
              </a:spcAft>
              <a:buClrTx/>
              <a:buSzTx/>
              <a:buFontTx/>
              <a:buNone/>
              <a:tabLst/>
              <a:defRPr b="0">
                <a:solidFill>
                  <a:srgbClr val="3D3D3D"/>
                </a:solidFill>
                <a:latin typeface="Poppins Medium"/>
                <a:ea typeface="Poppins Medium"/>
                <a:cs typeface="Poppins Medium"/>
                <a:sym typeface="Poppins Medium"/>
              </a:defRPr>
            </a:pPr>
            <a:r>
              <a:rPr lang="en-IE" sz="2025" noProof="0" dirty="0">
                <a:solidFill>
                  <a:srgbClr val="00B140"/>
                </a:solidFill>
                <a:latin typeface="Poppins Medium"/>
                <a:sym typeface="Poppins Medium"/>
              </a:rPr>
              <a:t>2</a:t>
            </a:r>
            <a:r>
              <a:rPr kumimoji="0" lang="en-IE" sz="2025" b="0" i="0" u="none" strike="noStrike" kern="1200" cap="none" spc="0" normalizeH="0" baseline="0" noProof="0" dirty="0">
                <a:ln>
                  <a:noFill/>
                </a:ln>
                <a:solidFill>
                  <a:srgbClr val="00B140"/>
                </a:solidFill>
                <a:effectLst/>
                <a:uLnTx/>
                <a:uFillTx/>
                <a:latin typeface="Poppins Medium"/>
                <a:sym typeface="Poppins Medium"/>
              </a:rPr>
              <a:t>. Assessment Instruments</a:t>
            </a:r>
            <a:endParaRPr kumimoji="0" sz="2025" b="0" i="0" u="none" strike="noStrike" kern="1200" cap="none" spc="0" normalizeH="0" baseline="0" noProof="0" dirty="0">
              <a:ln>
                <a:noFill/>
              </a:ln>
              <a:solidFill>
                <a:srgbClr val="3D3D3D"/>
              </a:solidFill>
              <a:effectLst/>
              <a:uLnTx/>
              <a:uFillTx/>
              <a:latin typeface="Poppins Medium"/>
              <a:sym typeface="Poppins Medium"/>
            </a:endParaRPr>
          </a:p>
        </p:txBody>
      </p:sp>
      <p:sp>
        <p:nvSpPr>
          <p:cNvPr id="5" name="TextBox 4"/>
          <p:cNvSpPr txBox="1"/>
          <p:nvPr/>
        </p:nvSpPr>
        <p:spPr>
          <a:xfrm>
            <a:off x="1277454" y="5906012"/>
            <a:ext cx="1689630" cy="308418"/>
          </a:xfrm>
          <a:prstGeom prst="rect">
            <a:avLst/>
          </a:prstGeom>
          <a:noFill/>
        </p:spPr>
        <p:txBody>
          <a:bodyPr wrap="none" rtlCol="0">
            <a:spAutoFit/>
          </a:bodyPr>
          <a:lstStyle/>
          <a:p>
            <a:pPr marL="0" marR="0" lvl="0" indent="0" algn="l" defTabSz="712984" rtl="0" eaLnBrk="1" fontAlgn="auto" latinLnBrk="0" hangingPunct="1">
              <a:lnSpc>
                <a:spcPct val="100000"/>
              </a:lnSpc>
              <a:spcBef>
                <a:spcPts val="0"/>
              </a:spcBef>
              <a:spcAft>
                <a:spcPts val="0"/>
              </a:spcAft>
              <a:buClrTx/>
              <a:buSzTx/>
              <a:buFontTx/>
              <a:buNone/>
              <a:tabLst/>
              <a:defRPr/>
            </a:pPr>
            <a:r>
              <a:rPr kumimoji="0" lang="en-IE" sz="1404" b="1" i="0" u="none" strike="noStrike" kern="1200" cap="none" spc="0" normalizeH="0" baseline="0" noProof="0" dirty="0">
                <a:ln>
                  <a:noFill/>
                </a:ln>
                <a:solidFill>
                  <a:srgbClr val="171616"/>
                </a:solidFill>
                <a:effectLst>
                  <a:outerShdw blurRad="38100" dist="38100" dir="2700000" algn="tl">
                    <a:srgbClr val="000000">
                      <a:alpha val="43137"/>
                    </a:srgbClr>
                  </a:outerShdw>
                </a:effectLst>
                <a:uLnTx/>
                <a:uFillTx/>
                <a:latin typeface="Arial" panose="020B0604020202020204"/>
                <a:ea typeface="+mn-ea"/>
                <a:cs typeface="+mn-cs"/>
              </a:rPr>
              <a:t>© www.infoq.com</a:t>
            </a:r>
          </a:p>
        </p:txBody>
      </p:sp>
      <p:pic>
        <p:nvPicPr>
          <p:cNvPr id="10" name="Picture Placeholder 1" descr="the-tallest-flag-poles.jpg"/>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24965" r="24965"/>
          <a:stretch/>
        </p:blipFill>
        <p:spPr/>
      </p:pic>
    </p:spTree>
    <p:extLst>
      <p:ext uri="{BB962C8B-B14F-4D97-AF65-F5344CB8AC3E}">
        <p14:creationId xmlns:p14="http://schemas.microsoft.com/office/powerpoint/2010/main" val="263043175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IE" smtClean="0"/>
              <a:t>7</a:t>
            </a:fld>
            <a:endParaRPr lang="en-IE" dirty="0"/>
          </a:p>
        </p:txBody>
      </p:sp>
      <p:pic>
        <p:nvPicPr>
          <p:cNvPr id="4" name="Picture Placeholder 3"/>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rcRect l="11356" r="11356"/>
          <a:stretch>
            <a:fillRect/>
          </a:stretch>
        </p:blipFill>
        <p:spPr>
          <a:xfrm>
            <a:off x="0" y="1775227"/>
            <a:ext cx="3270988" cy="3212976"/>
          </a:xfrm>
        </p:spPr>
      </p:pic>
      <p:sp>
        <p:nvSpPr>
          <p:cNvPr id="5" name="Seamlessly develop orthogonal readiness before…"/>
          <p:cNvSpPr txBox="1"/>
          <p:nvPr/>
        </p:nvSpPr>
        <p:spPr>
          <a:xfrm>
            <a:off x="3421626" y="1313649"/>
            <a:ext cx="5470854" cy="4806829"/>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marL="285750" marR="0" lvl="0" indent="-285750" algn="l" defTabSz="712984" rtl="0" eaLnBrk="1" fontAlgn="auto" latinLnBrk="0" hangingPunct="1">
              <a:lnSpc>
                <a:spcPct val="130000"/>
              </a:lnSpc>
              <a:spcBef>
                <a:spcPts val="0"/>
              </a:spcBef>
              <a:spcAft>
                <a:spcPts val="0"/>
              </a:spcAft>
              <a:buClrTx/>
              <a:buSzTx/>
              <a:buFont typeface="Wingdings" panose="05000000000000000000" pitchFamily="2" charset="2"/>
              <a:buChar char="q"/>
              <a:tabLst/>
              <a:defRPr sz="1800" b="0">
                <a:solidFill>
                  <a:srgbClr val="696E78"/>
                </a:solidFill>
                <a:latin typeface="Poppins Light"/>
                <a:ea typeface="Poppins Light"/>
                <a:cs typeface="Poppins Light"/>
                <a:sym typeface="Poppins Light"/>
              </a:defRPr>
            </a:pPr>
            <a:r>
              <a:rPr lang="en-IE" dirty="0">
                <a:solidFill>
                  <a:srgbClr val="E7E6E6">
                    <a:lumMod val="25000"/>
                  </a:srgbClr>
                </a:solidFill>
                <a:latin typeface="Poppins Light"/>
                <a:sym typeface="Poppins Light"/>
              </a:rPr>
              <a:t>Design an implement a monolithic business tier in a 3-layered architecture app. Imperative that</a:t>
            </a:r>
          </a:p>
          <a:p>
            <a:pPr marL="742950" lvl="1" indent="-285750" defTabSz="712984" fontAlgn="auto">
              <a:lnSpc>
                <a:spcPct val="130000"/>
              </a:lnSpc>
              <a:spcBef>
                <a:spcPts val="0"/>
              </a:spcBef>
              <a:spcAft>
                <a:spcPts val="0"/>
              </a:spcAft>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dirty="0">
                <a:solidFill>
                  <a:srgbClr val="E7E6E6">
                    <a:lumMod val="25000"/>
                  </a:srgbClr>
                </a:solidFill>
                <a:latin typeface="Poppins Light"/>
                <a:sym typeface="Poppins Light"/>
              </a:rPr>
              <a:t>UI classes in UI package, &amp; separate from</a:t>
            </a:r>
          </a:p>
          <a:p>
            <a:pPr marL="742950" lvl="1" indent="-285750" defTabSz="712984" fontAlgn="auto">
              <a:lnSpc>
                <a:spcPct val="130000"/>
              </a:lnSpc>
              <a:spcBef>
                <a:spcPts val="0"/>
              </a:spcBef>
              <a:spcAft>
                <a:spcPts val="0"/>
              </a:spcAft>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dirty="0">
                <a:solidFill>
                  <a:srgbClr val="E7E6E6">
                    <a:lumMod val="25000"/>
                  </a:srgbClr>
                </a:solidFill>
                <a:latin typeface="Poppins Light"/>
                <a:sym typeface="Poppins Light"/>
              </a:rPr>
              <a:t>Business/Service classes in business package, &amp; separate from</a:t>
            </a:r>
          </a:p>
          <a:p>
            <a:pPr marL="742950" lvl="1" indent="-285750" defTabSz="712984" fontAlgn="auto">
              <a:lnSpc>
                <a:spcPct val="130000"/>
              </a:lnSpc>
              <a:spcBef>
                <a:spcPts val="0"/>
              </a:spcBef>
              <a:spcAft>
                <a:spcPts val="0"/>
              </a:spcAft>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dirty="0">
                <a:solidFill>
                  <a:srgbClr val="E7E6E6">
                    <a:lumMod val="25000"/>
                  </a:srgbClr>
                </a:solidFill>
                <a:latin typeface="Poppins Light"/>
                <a:sym typeface="Poppins Light"/>
              </a:rPr>
              <a:t>DTOs in data package</a:t>
            </a:r>
          </a:p>
          <a:p>
            <a:pPr marL="742950" lvl="1" indent="-285750" defTabSz="712984" fontAlgn="auto">
              <a:lnSpc>
                <a:spcPct val="130000"/>
              </a:lnSpc>
              <a:spcBef>
                <a:spcPts val="0"/>
              </a:spcBef>
              <a:spcAft>
                <a:spcPts val="0"/>
              </a:spcAft>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dirty="0">
                <a:solidFill>
                  <a:srgbClr val="E7E6E6">
                    <a:lumMod val="25000"/>
                  </a:srgbClr>
                </a:solidFill>
                <a:latin typeface="Poppins Light"/>
                <a:sym typeface="Poppins Light"/>
              </a:rPr>
              <a:t>Example of 3-Tiered Architecture</a:t>
            </a:r>
          </a:p>
          <a:p>
            <a:pPr marL="1200150" lvl="2" indent="-285750" defTabSz="712984" fontAlgn="auto">
              <a:lnSpc>
                <a:spcPct val="130000"/>
              </a:lnSpc>
              <a:spcBef>
                <a:spcPts val="0"/>
              </a:spcBef>
              <a:spcAft>
                <a:spcPts val="0"/>
              </a:spcAft>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dirty="0">
                <a:solidFill>
                  <a:srgbClr val="E7E6E6">
                    <a:lumMod val="25000"/>
                  </a:srgbClr>
                </a:solidFill>
                <a:latin typeface="Poppins Light"/>
                <a:sym typeface="Poppins Light"/>
              </a:rPr>
              <a:t>Separation of Concerns</a:t>
            </a:r>
          </a:p>
          <a:p>
            <a:pPr marL="1200150" lvl="2" indent="-285750" defTabSz="712984" fontAlgn="auto">
              <a:lnSpc>
                <a:spcPct val="130000"/>
              </a:lnSpc>
              <a:spcBef>
                <a:spcPts val="0"/>
              </a:spcBef>
              <a:spcAft>
                <a:spcPts val="0"/>
              </a:spcAft>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dirty="0">
                <a:solidFill>
                  <a:srgbClr val="E7E6E6">
                    <a:lumMod val="25000"/>
                  </a:srgbClr>
                </a:solidFill>
                <a:latin typeface="Poppins Light"/>
                <a:sym typeface="Poppins Light"/>
              </a:rPr>
              <a:t>Makes maintenance easier.</a:t>
            </a:r>
          </a:p>
          <a:p>
            <a:pPr marL="742950" lvl="1" indent="-285750" defTabSz="712984" fontAlgn="auto">
              <a:lnSpc>
                <a:spcPct val="130000"/>
              </a:lnSpc>
              <a:spcBef>
                <a:spcPts val="0"/>
              </a:spcBef>
              <a:spcAft>
                <a:spcPts val="0"/>
              </a:spcAft>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dirty="0">
                <a:solidFill>
                  <a:srgbClr val="E7E6E6">
                    <a:lumMod val="25000"/>
                  </a:srgbClr>
                </a:solidFill>
                <a:latin typeface="Poppins Light"/>
                <a:sym typeface="Poppins Light"/>
              </a:rPr>
              <a:t>No need to have a DB or GUI</a:t>
            </a:r>
          </a:p>
          <a:p>
            <a:pPr marL="1200150" lvl="2" indent="-285750" defTabSz="712984" fontAlgn="auto">
              <a:lnSpc>
                <a:spcPct val="130000"/>
              </a:lnSpc>
              <a:spcBef>
                <a:spcPts val="0"/>
              </a:spcBef>
              <a:spcAft>
                <a:spcPts val="0"/>
              </a:spcAft>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dirty="0">
                <a:solidFill>
                  <a:srgbClr val="E7E6E6">
                    <a:lumMod val="25000"/>
                  </a:srgbClr>
                </a:solidFill>
                <a:latin typeface="Poppins Light"/>
                <a:sym typeface="Poppins Light"/>
              </a:rPr>
              <a:t>You can if you wish. </a:t>
            </a:r>
          </a:p>
          <a:p>
            <a:pPr marL="285750" marR="0" lvl="0" indent="-285750" algn="l" defTabSz="712984" rtl="0" eaLnBrk="1" fontAlgn="auto" latinLnBrk="0" hangingPunct="1">
              <a:lnSpc>
                <a:spcPct val="130000"/>
              </a:lnSpc>
              <a:spcBef>
                <a:spcPts val="0"/>
              </a:spcBef>
              <a:spcAft>
                <a:spcPts val="0"/>
              </a:spcAft>
              <a:buClrTx/>
              <a:buSzTx/>
              <a:buFont typeface="Wingdings" panose="05000000000000000000" pitchFamily="2" charset="2"/>
              <a:buChar char="q"/>
              <a:tabLst/>
              <a:defRPr sz="1800" b="0">
                <a:solidFill>
                  <a:srgbClr val="696E78"/>
                </a:solidFill>
                <a:latin typeface="Poppins Light"/>
                <a:ea typeface="Poppins Light"/>
                <a:cs typeface="Poppins Light"/>
                <a:sym typeface="Poppins Light"/>
              </a:defRPr>
            </a:pPr>
            <a:r>
              <a:rPr lang="en-IE" dirty="0">
                <a:solidFill>
                  <a:srgbClr val="E7E6E6">
                    <a:lumMod val="25000"/>
                  </a:srgbClr>
                </a:solidFill>
                <a:latin typeface="Poppins Light"/>
                <a:sym typeface="Poppins Light"/>
              </a:rPr>
              <a:t>And then port to Microservices Architecture.</a:t>
            </a:r>
          </a:p>
          <a:p>
            <a:pPr marL="0" marR="0" lvl="0" indent="0" algn="l" defTabSz="712984" rtl="0" eaLnBrk="1" fontAlgn="auto" latinLnBrk="0" hangingPunct="1">
              <a:lnSpc>
                <a:spcPct val="130000"/>
              </a:lnSpc>
              <a:spcBef>
                <a:spcPts val="0"/>
              </a:spcBef>
              <a:spcAft>
                <a:spcPts val="0"/>
              </a:spcAft>
              <a:buClrTx/>
              <a:buSzTx/>
              <a:buFontTx/>
              <a:buNone/>
              <a:tabLst/>
              <a:defRPr sz="1800" b="0">
                <a:solidFill>
                  <a:srgbClr val="696E78"/>
                </a:solidFill>
                <a:latin typeface="Poppins Light"/>
                <a:ea typeface="Poppins Light"/>
                <a:cs typeface="Poppins Light"/>
                <a:sym typeface="Poppins Light"/>
              </a:defRPr>
            </a:pPr>
            <a:endParaRPr kumimoji="0" sz="675" b="0" i="0" u="none" strike="noStrike" kern="1200" cap="none" spc="0" normalizeH="0" baseline="0" noProof="0" dirty="0">
              <a:ln>
                <a:noFill/>
              </a:ln>
              <a:solidFill>
                <a:srgbClr val="696E78"/>
              </a:solidFill>
              <a:effectLst/>
              <a:uLnTx/>
              <a:uFillTx/>
              <a:latin typeface="Poppins Light"/>
              <a:sym typeface="Poppins Light"/>
            </a:endParaRPr>
          </a:p>
        </p:txBody>
      </p:sp>
      <p:sp>
        <p:nvSpPr>
          <p:cNvPr id="7" name="The secret to creativity is…"/>
          <p:cNvSpPr txBox="1"/>
          <p:nvPr/>
        </p:nvSpPr>
        <p:spPr>
          <a:xfrm>
            <a:off x="2195735" y="291396"/>
            <a:ext cx="5111607" cy="615553"/>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b">
            <a:spAutoFit/>
          </a:bodyPr>
          <a:lstStyle/>
          <a:p>
            <a:pPr marL="0" marR="0" lvl="0" indent="0" algn="l" defTabSz="712984" rtl="0" eaLnBrk="1" fontAlgn="auto" latinLnBrk="0" hangingPunct="1">
              <a:lnSpc>
                <a:spcPct val="100000"/>
              </a:lnSpc>
              <a:spcBef>
                <a:spcPts val="0"/>
              </a:spcBef>
              <a:spcAft>
                <a:spcPts val="0"/>
              </a:spcAft>
              <a:buClrTx/>
              <a:buSzTx/>
              <a:buFontTx/>
              <a:buNone/>
              <a:tabLst/>
              <a:defRPr b="0">
                <a:solidFill>
                  <a:srgbClr val="3D3D3D"/>
                </a:solidFill>
                <a:latin typeface="Poppins Medium"/>
                <a:ea typeface="Poppins Medium"/>
                <a:cs typeface="Poppins Medium"/>
                <a:sym typeface="Poppins Medium"/>
              </a:defRPr>
            </a:pPr>
            <a:r>
              <a:rPr lang="en-IE" sz="4000" noProof="0" dirty="0">
                <a:solidFill>
                  <a:schemeClr val="accent1">
                    <a:lumMod val="50000"/>
                  </a:schemeClr>
                </a:solidFill>
                <a:effectLst>
                  <a:outerShdw blurRad="38100" dist="38100" dir="2700000" algn="tl">
                    <a:srgbClr val="000000">
                      <a:alpha val="43137"/>
                    </a:srgbClr>
                  </a:outerShdw>
                </a:effectLst>
                <a:latin typeface="Poppins Medium"/>
                <a:sym typeface="Poppins Medium"/>
              </a:rPr>
              <a:t>The Assignment</a:t>
            </a:r>
            <a:endParaRPr kumimoji="0" sz="4000" b="0" i="0" u="none" strike="noStrike" kern="1200" cap="none" spc="0" normalizeH="0" baseline="0" noProof="0" dirty="0">
              <a:ln>
                <a:noFill/>
              </a:ln>
              <a:solidFill>
                <a:schemeClr val="accent1">
                  <a:lumMod val="50000"/>
                </a:schemeClr>
              </a:solidFill>
              <a:effectLst>
                <a:outerShdw blurRad="38100" dist="38100" dir="2700000" algn="tl">
                  <a:srgbClr val="000000">
                    <a:alpha val="43137"/>
                  </a:srgbClr>
                </a:outerShdw>
              </a:effectLst>
              <a:uLnTx/>
              <a:uFillTx/>
              <a:latin typeface="Poppins Medium"/>
              <a:sym typeface="Poppins Medium"/>
            </a:endParaRPr>
          </a:p>
        </p:txBody>
      </p:sp>
    </p:spTree>
    <p:extLst>
      <p:ext uri="{BB962C8B-B14F-4D97-AF65-F5344CB8AC3E}">
        <p14:creationId xmlns:p14="http://schemas.microsoft.com/office/powerpoint/2010/main" val="322129773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237E65-C0ED-1927-08CB-1E6E39C363F8}"/>
              </a:ext>
            </a:extLst>
          </p:cNvPr>
          <p:cNvSpPr>
            <a:spLocks noGrp="1"/>
          </p:cNvSpPr>
          <p:nvPr>
            <p:ph type="sldNum" sz="quarter" idx="2"/>
          </p:nvPr>
        </p:nvSpPr>
        <p:spPr/>
        <p:txBody>
          <a:bodyPr/>
          <a:lstStyle/>
          <a:p>
            <a:fld id="{86CB4B4D-7CA3-9044-876B-883B54F8677D}" type="slidenum">
              <a:rPr lang="en-IE" smtClean="0"/>
              <a:t>8</a:t>
            </a:fld>
            <a:endParaRPr lang="en-IE" dirty="0"/>
          </a:p>
        </p:txBody>
      </p:sp>
      <p:sp>
        <p:nvSpPr>
          <p:cNvPr id="4" name="TextBox 3">
            <a:extLst>
              <a:ext uri="{FF2B5EF4-FFF2-40B4-BE49-F238E27FC236}">
                <a16:creationId xmlns:a16="http://schemas.microsoft.com/office/drawing/2014/main" id="{81795ECD-B24D-73E7-B05F-7F3BC38E15D1}"/>
              </a:ext>
            </a:extLst>
          </p:cNvPr>
          <p:cNvSpPr txBox="1"/>
          <p:nvPr/>
        </p:nvSpPr>
        <p:spPr>
          <a:xfrm>
            <a:off x="441886" y="1412776"/>
            <a:ext cx="8522602" cy="4333494"/>
          </a:xfrm>
          <a:prstGeom prst="rect">
            <a:avLst/>
          </a:prstGeom>
          <a:noFill/>
        </p:spPr>
        <p:txBody>
          <a:bodyPr wrap="square">
            <a:spAutoFit/>
          </a:bodyPr>
          <a:lstStyle/>
          <a:p>
            <a:pPr marL="533400" indent="-533400">
              <a:lnSpc>
                <a:spcPct val="80000"/>
              </a:lnSpc>
              <a:spcAft>
                <a:spcPts val="1200"/>
              </a:spcAft>
            </a:pPr>
            <a:r>
              <a:rPr lang="en-GB" sz="1600" dirty="0">
                <a:solidFill>
                  <a:schemeClr val="accent1">
                    <a:lumMod val="50000"/>
                  </a:schemeClr>
                </a:solidFill>
              </a:rPr>
              <a:t>Research papers.</a:t>
            </a:r>
          </a:p>
          <a:p>
            <a:pPr marL="533400" indent="-533400">
              <a:lnSpc>
                <a:spcPct val="80000"/>
              </a:lnSpc>
              <a:spcAft>
                <a:spcPts val="1200"/>
              </a:spcAft>
            </a:pPr>
            <a:r>
              <a:rPr lang="en-GB" sz="1600" dirty="0">
                <a:solidFill>
                  <a:schemeClr val="accent1">
                    <a:lumMod val="50000"/>
                  </a:schemeClr>
                </a:solidFill>
              </a:rPr>
              <a:t>Any text on patterns.</a:t>
            </a:r>
          </a:p>
          <a:p>
            <a:pPr marL="853440" lvl="1" indent="-533400">
              <a:lnSpc>
                <a:spcPct val="80000"/>
              </a:lnSpc>
              <a:spcAft>
                <a:spcPts val="1200"/>
              </a:spcAft>
            </a:pPr>
            <a:r>
              <a:rPr lang="en-GB" sz="1600" dirty="0">
                <a:solidFill>
                  <a:schemeClr val="accent1">
                    <a:lumMod val="50000"/>
                  </a:schemeClr>
                </a:solidFill>
              </a:rPr>
              <a:t>Gamma et al. Design Patterns: Elements of Reusable Object-Oriented Software. Addison Wesley. 1995.</a:t>
            </a:r>
          </a:p>
          <a:p>
            <a:pPr marL="853440" lvl="1" indent="-533400">
              <a:spcAft>
                <a:spcPts val="1200"/>
              </a:spcAft>
            </a:pPr>
            <a:r>
              <a:rPr lang="en-GB" sz="1600" dirty="0">
                <a:solidFill>
                  <a:schemeClr val="accent1">
                    <a:lumMod val="50000"/>
                  </a:schemeClr>
                </a:solidFill>
              </a:rPr>
              <a:t>E. Freeman and E. Robson. Head First Design Patterns:</a:t>
            </a:r>
            <a:r>
              <a:rPr lang="en-IE" sz="1600" dirty="0">
                <a:solidFill>
                  <a:schemeClr val="accent1">
                    <a:lumMod val="50000"/>
                  </a:schemeClr>
                </a:solidFill>
              </a:rPr>
              <a:t>Building Extensible and Maintainable Object-Oriented Software , 2</a:t>
            </a:r>
            <a:r>
              <a:rPr lang="en-IE" sz="1600" baseline="30000" dirty="0">
                <a:solidFill>
                  <a:schemeClr val="accent1">
                    <a:lumMod val="50000"/>
                  </a:schemeClr>
                </a:solidFill>
              </a:rPr>
              <a:t>nd</a:t>
            </a:r>
            <a:r>
              <a:rPr lang="en-IE" sz="1600" dirty="0">
                <a:solidFill>
                  <a:schemeClr val="accent1">
                    <a:lumMod val="50000"/>
                  </a:schemeClr>
                </a:solidFill>
              </a:rPr>
              <a:t> Edition. O’Reilly. 2020.</a:t>
            </a:r>
            <a:endParaRPr lang="en-GB" sz="1600" dirty="0">
              <a:solidFill>
                <a:schemeClr val="accent1">
                  <a:lumMod val="50000"/>
                </a:schemeClr>
              </a:solidFill>
            </a:endParaRPr>
          </a:p>
          <a:p>
            <a:pPr marL="533400" indent="-533400">
              <a:lnSpc>
                <a:spcPct val="80000"/>
              </a:lnSpc>
              <a:spcAft>
                <a:spcPts val="1200"/>
              </a:spcAft>
            </a:pPr>
            <a:r>
              <a:rPr lang="en-GB" sz="1600" dirty="0">
                <a:solidFill>
                  <a:schemeClr val="accent1">
                    <a:lumMod val="50000"/>
                  </a:schemeClr>
                </a:solidFill>
              </a:rPr>
              <a:t>Any text on Refactoring</a:t>
            </a:r>
          </a:p>
          <a:p>
            <a:pPr marL="853440" lvl="1" indent="-533400">
              <a:lnSpc>
                <a:spcPct val="80000"/>
              </a:lnSpc>
              <a:spcAft>
                <a:spcPts val="1200"/>
              </a:spcAft>
            </a:pPr>
            <a:r>
              <a:rPr lang="en-GB" sz="1600" dirty="0">
                <a:solidFill>
                  <a:schemeClr val="accent1">
                    <a:lumMod val="50000"/>
                  </a:schemeClr>
                </a:solidFill>
              </a:rPr>
              <a:t>M. Fowler. Refactoring, 2</a:t>
            </a:r>
            <a:r>
              <a:rPr lang="en-GB" sz="1600" baseline="30000" dirty="0">
                <a:solidFill>
                  <a:schemeClr val="accent1">
                    <a:lumMod val="50000"/>
                  </a:schemeClr>
                </a:solidFill>
              </a:rPr>
              <a:t>nd</a:t>
            </a:r>
            <a:r>
              <a:rPr lang="en-GB" sz="1600" dirty="0">
                <a:solidFill>
                  <a:schemeClr val="accent1">
                    <a:lumMod val="50000"/>
                  </a:schemeClr>
                </a:solidFill>
              </a:rPr>
              <a:t> Ed. Addison Wesley. 2019. </a:t>
            </a:r>
          </a:p>
          <a:p>
            <a:pPr marL="533400" indent="-533400">
              <a:lnSpc>
                <a:spcPct val="80000"/>
              </a:lnSpc>
              <a:spcAft>
                <a:spcPts val="1200"/>
              </a:spcAft>
            </a:pPr>
            <a:r>
              <a:rPr lang="en-GB" sz="1600" dirty="0">
                <a:solidFill>
                  <a:schemeClr val="accent1">
                    <a:lumMod val="50000"/>
                  </a:schemeClr>
                </a:solidFill>
              </a:rPr>
              <a:t>Any text on general Object-Oriented Analysis and Design (OOAD) OR Object-Oriented Design.</a:t>
            </a:r>
          </a:p>
          <a:p>
            <a:pPr marL="853440" lvl="1" indent="-533400">
              <a:lnSpc>
                <a:spcPct val="80000"/>
              </a:lnSpc>
              <a:spcAft>
                <a:spcPts val="1200"/>
              </a:spcAft>
            </a:pPr>
            <a:r>
              <a:rPr lang="en-GB" sz="1600" dirty="0">
                <a:solidFill>
                  <a:schemeClr val="accent1">
                    <a:lumMod val="50000"/>
                  </a:schemeClr>
                </a:solidFill>
              </a:rPr>
              <a:t>Bennett, S., McRobb, S., and Farmer, R. Object-Oriented Systems Analysis and Design, Fourth Edition. McGraw-Hill. 2010.</a:t>
            </a:r>
          </a:p>
          <a:p>
            <a:pPr marL="853440" lvl="1" indent="-533400">
              <a:lnSpc>
                <a:spcPct val="80000"/>
              </a:lnSpc>
              <a:spcAft>
                <a:spcPts val="1200"/>
              </a:spcAft>
            </a:pPr>
            <a:endParaRPr lang="en-GB" sz="1600" dirty="0">
              <a:solidFill>
                <a:schemeClr val="accent1">
                  <a:lumMod val="50000"/>
                </a:schemeClr>
              </a:solidFill>
            </a:endParaRPr>
          </a:p>
          <a:p>
            <a:pPr marL="853440" lvl="1" indent="-533400">
              <a:lnSpc>
                <a:spcPct val="80000"/>
              </a:lnSpc>
              <a:spcAft>
                <a:spcPts val="1200"/>
              </a:spcAft>
            </a:pPr>
            <a:r>
              <a:rPr lang="en-GB" sz="1600" dirty="0">
                <a:solidFill>
                  <a:schemeClr val="accent1">
                    <a:lumMod val="50000"/>
                  </a:schemeClr>
                </a:solidFill>
              </a:rPr>
              <a:t>Los more not shown here.</a:t>
            </a:r>
          </a:p>
        </p:txBody>
      </p:sp>
      <p:sp>
        <p:nvSpPr>
          <p:cNvPr id="6" name="TextBox 5">
            <a:extLst>
              <a:ext uri="{FF2B5EF4-FFF2-40B4-BE49-F238E27FC236}">
                <a16:creationId xmlns:a16="http://schemas.microsoft.com/office/drawing/2014/main" id="{6CC37D4A-7DA2-2E71-3130-D8E4F5400574}"/>
              </a:ext>
            </a:extLst>
          </p:cNvPr>
          <p:cNvSpPr txBox="1"/>
          <p:nvPr/>
        </p:nvSpPr>
        <p:spPr>
          <a:xfrm>
            <a:off x="441886" y="116632"/>
            <a:ext cx="7848872" cy="769441"/>
          </a:xfrm>
          <a:prstGeom prst="rect">
            <a:avLst/>
          </a:prstGeom>
          <a:noFill/>
        </p:spPr>
        <p:txBody>
          <a:bodyPr wrap="square">
            <a:spAutoFit/>
          </a:bodyPr>
          <a:lstStyle/>
          <a:p>
            <a:r>
              <a:rPr lang="en-GB" sz="4400" dirty="0">
                <a:solidFill>
                  <a:schemeClr val="accent1">
                    <a:lumMod val="50000"/>
                  </a:schemeClr>
                </a:solidFill>
              </a:rPr>
              <a:t>2. Module Background: Texts</a:t>
            </a:r>
            <a:endParaRPr lang="en-IE" dirty="0">
              <a:solidFill>
                <a:schemeClr val="accent1">
                  <a:lumMod val="50000"/>
                </a:schemeClr>
              </a:solidFill>
            </a:endParaRPr>
          </a:p>
        </p:txBody>
      </p:sp>
    </p:spTree>
    <p:extLst>
      <p:ext uri="{BB962C8B-B14F-4D97-AF65-F5344CB8AC3E}">
        <p14:creationId xmlns:p14="http://schemas.microsoft.com/office/powerpoint/2010/main" val="218765511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2. Schedule</a:t>
            </a:r>
          </a:p>
        </p:txBody>
      </p:sp>
      <p:sp>
        <p:nvSpPr>
          <p:cNvPr id="3" name="Slide Number Placeholder 2"/>
          <p:cNvSpPr>
            <a:spLocks noGrp="1"/>
          </p:cNvSpPr>
          <p:nvPr>
            <p:ph type="sldNum" sz="quarter" idx="12"/>
          </p:nvPr>
        </p:nvSpPr>
        <p:spPr/>
        <p:txBody>
          <a:bodyPr>
            <a:normAutofit fontScale="85000" lnSpcReduction="20000"/>
          </a:bodyPr>
          <a:lstStyle/>
          <a:p>
            <a:pPr>
              <a:defRPr/>
            </a:pPr>
            <a:fld id="{73F4E989-F763-4004-9F33-B18218F0D50C}" type="slidenum">
              <a:rPr lang="en-US" altLang="en-US" smtClean="0"/>
              <a:pPr>
                <a:defRPr/>
              </a:pPr>
              <a:t>9</a:t>
            </a:fld>
            <a:endParaRPr lang="en-US" altLang="en-US" dirty="0"/>
          </a:p>
        </p:txBody>
      </p:sp>
      <p:sp>
        <p:nvSpPr>
          <p:cNvPr id="4" name="Content Placeholder 3"/>
          <p:cNvSpPr>
            <a:spLocks noGrp="1"/>
          </p:cNvSpPr>
          <p:nvPr>
            <p:ph sz="quarter" idx="1"/>
          </p:nvPr>
        </p:nvSpPr>
        <p:spPr>
          <a:xfrm>
            <a:off x="179512" y="1600200"/>
            <a:ext cx="8784976" cy="5069160"/>
          </a:xfrm>
        </p:spPr>
        <p:txBody>
          <a:bodyPr>
            <a:normAutofit lnSpcReduction="10000"/>
          </a:bodyPr>
          <a:lstStyle/>
          <a:p>
            <a:pPr marL="0" indent="0">
              <a:buNone/>
            </a:pPr>
            <a:endParaRPr lang="en-IE" sz="3200" dirty="0"/>
          </a:p>
          <a:p>
            <a:r>
              <a:rPr lang="en-IE" sz="3200" dirty="0"/>
              <a:t>CS6451 Tutorials started </a:t>
            </a:r>
            <a:r>
              <a:rPr lang="en-IE" sz="3200" b="1" dirty="0">
                <a:solidFill>
                  <a:srgbClr val="FF0000"/>
                </a:solidFill>
              </a:rPr>
              <a:t>Week 2</a:t>
            </a:r>
          </a:p>
          <a:p>
            <a:endParaRPr lang="en-IE" sz="3200" dirty="0"/>
          </a:p>
          <a:p>
            <a:r>
              <a:rPr lang="en-IE" sz="3200" dirty="0"/>
              <a:t>Office Hours</a:t>
            </a:r>
          </a:p>
          <a:p>
            <a:pPr lvl="1"/>
            <a:r>
              <a:rPr lang="en-IE" sz="2800" dirty="0"/>
              <a:t>12:00-13:00 Wednesday</a:t>
            </a:r>
          </a:p>
          <a:p>
            <a:pPr marL="365760" lvl="1" indent="0">
              <a:buNone/>
            </a:pPr>
            <a:endParaRPr lang="en-IE" sz="2800" dirty="0"/>
          </a:p>
          <a:p>
            <a:r>
              <a:rPr lang="en-IE" sz="3100" dirty="0"/>
              <a:t>FYI</a:t>
            </a:r>
          </a:p>
          <a:p>
            <a:pPr lvl="1"/>
            <a:r>
              <a:rPr lang="en-IE" sz="2800" dirty="0"/>
              <a:t>Final Exam schedules are managed centrally by Academic Registry.</a:t>
            </a:r>
          </a:p>
          <a:p>
            <a:pPr lvl="1"/>
            <a:r>
              <a:rPr lang="en-IE" sz="2800" dirty="0"/>
              <a:t>Lecturers have no role and no say in scheduling.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9672" y="228600"/>
            <a:ext cx="7146376" cy="990600"/>
          </a:xfrm>
        </p:spPr>
        <p:txBody>
          <a:bodyPr/>
          <a:lstStyle/>
          <a:p>
            <a:r>
              <a:rPr lang="en-IE" dirty="0"/>
              <a:t>EMAIL</a:t>
            </a:r>
          </a:p>
        </p:txBody>
      </p:sp>
      <p:sp>
        <p:nvSpPr>
          <p:cNvPr id="3" name="Slide Number Placeholder 2"/>
          <p:cNvSpPr>
            <a:spLocks noGrp="1"/>
          </p:cNvSpPr>
          <p:nvPr>
            <p:ph type="sldNum" sz="quarter" idx="12"/>
          </p:nvPr>
        </p:nvSpPr>
        <p:spPr/>
        <p:txBody>
          <a:bodyPr>
            <a:normAutofit fontScale="85000" lnSpcReduction="20000"/>
          </a:bodyPr>
          <a:lstStyle/>
          <a:p>
            <a:pPr>
              <a:defRPr/>
            </a:pPr>
            <a:fld id="{73F4E989-F763-4004-9F33-B18218F0D50C}" type="slidenum">
              <a:rPr lang="en-US" altLang="en-US" smtClean="0"/>
              <a:pPr>
                <a:defRPr/>
              </a:pPr>
              <a:t>10</a:t>
            </a:fld>
            <a:endParaRPr lang="en-US" altLang="en-US" dirty="0"/>
          </a:p>
        </p:txBody>
      </p:sp>
      <p:sp>
        <p:nvSpPr>
          <p:cNvPr id="4" name="Content Placeholder 3"/>
          <p:cNvSpPr>
            <a:spLocks noGrp="1"/>
          </p:cNvSpPr>
          <p:nvPr>
            <p:ph sz="quarter" idx="1"/>
          </p:nvPr>
        </p:nvSpPr>
        <p:spPr>
          <a:xfrm>
            <a:off x="431807" y="2780928"/>
            <a:ext cx="8515081" cy="3889201"/>
          </a:xfrm>
        </p:spPr>
        <p:txBody>
          <a:bodyPr>
            <a:normAutofit fontScale="62500" lnSpcReduction="20000"/>
          </a:bodyPr>
          <a:lstStyle/>
          <a:p>
            <a:pPr marL="285750" lvl="0" indent="-285750" defTabSz="712984">
              <a:lnSpc>
                <a:spcPct val="130000"/>
              </a:lnSpc>
              <a:spcBef>
                <a:spcPts val="0"/>
              </a:spcBef>
              <a:buClrTx/>
              <a:buSzTx/>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sz="3200" dirty="0">
                <a:solidFill>
                  <a:srgbClr val="E7E6E6">
                    <a:lumMod val="25000"/>
                  </a:srgbClr>
                </a:solidFill>
                <a:latin typeface="Poppins Light"/>
                <a:sym typeface="Poppins Light"/>
              </a:rPr>
              <a:t>You must put Course Name (MSc SE) and Module Code in the subject</a:t>
            </a:r>
          </a:p>
          <a:p>
            <a:pPr marL="285750" lvl="0" indent="-285750" defTabSz="712984">
              <a:lnSpc>
                <a:spcPct val="130000"/>
              </a:lnSpc>
              <a:spcBef>
                <a:spcPts val="0"/>
              </a:spcBef>
              <a:buClrTx/>
              <a:buSzTx/>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sz="3200" dirty="0">
                <a:solidFill>
                  <a:srgbClr val="E7E6E6">
                    <a:lumMod val="25000"/>
                  </a:srgbClr>
                </a:solidFill>
                <a:latin typeface="Poppins Light"/>
                <a:sym typeface="Poppins Light"/>
              </a:rPr>
              <a:t>Allow 36 hours for response</a:t>
            </a:r>
          </a:p>
          <a:p>
            <a:pPr marL="285750" lvl="0" indent="-285750" defTabSz="712984">
              <a:lnSpc>
                <a:spcPct val="130000"/>
              </a:lnSpc>
              <a:spcBef>
                <a:spcPts val="0"/>
              </a:spcBef>
              <a:buClrTx/>
              <a:buSzTx/>
              <a:buFont typeface="Wingdings" panose="05000000000000000000" pitchFamily="2" charset="2"/>
              <a:buChar char="q"/>
              <a:defRPr sz="1800" b="0">
                <a:solidFill>
                  <a:srgbClr val="696E78"/>
                </a:solidFill>
                <a:latin typeface="Poppins Light"/>
                <a:ea typeface="Poppins Light"/>
                <a:cs typeface="Poppins Light"/>
                <a:sym typeface="Poppins Light"/>
              </a:defRPr>
            </a:pPr>
            <a:endParaRPr lang="en-IE" sz="3200" dirty="0">
              <a:solidFill>
                <a:srgbClr val="E7E6E6">
                  <a:lumMod val="25000"/>
                </a:srgbClr>
              </a:solidFill>
              <a:latin typeface="Poppins Light"/>
              <a:sym typeface="Poppins Light"/>
            </a:endParaRPr>
          </a:p>
          <a:p>
            <a:pPr marL="285750" lvl="0" indent="-285750" defTabSz="712984">
              <a:lnSpc>
                <a:spcPct val="130000"/>
              </a:lnSpc>
              <a:spcBef>
                <a:spcPts val="0"/>
              </a:spcBef>
              <a:buClrTx/>
              <a:buSzTx/>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sz="3200" dirty="0">
                <a:solidFill>
                  <a:srgbClr val="E7E6E6">
                    <a:lumMod val="25000"/>
                  </a:srgbClr>
                </a:solidFill>
                <a:latin typeface="Poppins Light"/>
                <a:sym typeface="Poppins Light"/>
              </a:rPr>
              <a:t>If you will be absent from a: </a:t>
            </a:r>
          </a:p>
          <a:p>
            <a:pPr marL="605790" lvl="1" indent="-285750" defTabSz="712984">
              <a:lnSpc>
                <a:spcPct val="130000"/>
              </a:lnSpc>
              <a:spcBef>
                <a:spcPts val="0"/>
              </a:spcBef>
              <a:buClrTx/>
              <a:buSzTx/>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sz="2900" dirty="0">
                <a:solidFill>
                  <a:srgbClr val="E7E6E6">
                    <a:lumMod val="25000"/>
                  </a:srgbClr>
                </a:solidFill>
                <a:latin typeface="Poppins Light"/>
                <a:sym typeface="Poppins Light"/>
              </a:rPr>
              <a:t>Lecture: do NOT email me with apologies</a:t>
            </a:r>
          </a:p>
          <a:p>
            <a:pPr marL="605790" lvl="1" indent="-285750" defTabSz="712984">
              <a:lnSpc>
                <a:spcPct val="130000"/>
              </a:lnSpc>
              <a:spcBef>
                <a:spcPts val="0"/>
              </a:spcBef>
              <a:buClrTx/>
              <a:buSzTx/>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sz="2900" dirty="0">
                <a:solidFill>
                  <a:srgbClr val="E7E6E6">
                    <a:lumMod val="25000"/>
                  </a:srgbClr>
                </a:solidFill>
                <a:latin typeface="Poppins Light"/>
                <a:sym typeface="Poppins Light"/>
              </a:rPr>
              <a:t>Tutorial: do NOT email me with apologies</a:t>
            </a:r>
          </a:p>
          <a:p>
            <a:pPr marL="320040" lvl="1" indent="0" defTabSz="712984">
              <a:lnSpc>
                <a:spcPct val="130000"/>
              </a:lnSpc>
              <a:spcBef>
                <a:spcPts val="0"/>
              </a:spcBef>
              <a:buClrTx/>
              <a:buSzTx/>
              <a:buNone/>
              <a:defRPr sz="1800" b="0">
                <a:solidFill>
                  <a:srgbClr val="696E78"/>
                </a:solidFill>
                <a:latin typeface="Poppins Light"/>
                <a:ea typeface="Poppins Light"/>
                <a:cs typeface="Poppins Light"/>
                <a:sym typeface="Poppins Light"/>
              </a:defRPr>
            </a:pPr>
            <a:endParaRPr lang="en-IE" sz="3200" dirty="0">
              <a:solidFill>
                <a:srgbClr val="E7E6E6">
                  <a:lumMod val="25000"/>
                </a:srgbClr>
              </a:solidFill>
              <a:latin typeface="Poppins Light"/>
              <a:sym typeface="Poppins Light"/>
            </a:endParaRPr>
          </a:p>
          <a:p>
            <a:pPr marL="285750" lvl="0" indent="-285750" defTabSz="712984">
              <a:lnSpc>
                <a:spcPct val="130000"/>
              </a:lnSpc>
              <a:spcBef>
                <a:spcPts val="0"/>
              </a:spcBef>
              <a:buClrTx/>
              <a:buSzTx/>
              <a:buFont typeface="Wingdings" panose="05000000000000000000" pitchFamily="2" charset="2"/>
              <a:buChar char="q"/>
              <a:defRPr sz="1800" b="0">
                <a:solidFill>
                  <a:srgbClr val="696E78"/>
                </a:solidFill>
                <a:latin typeface="Poppins Light"/>
                <a:ea typeface="Poppins Light"/>
                <a:cs typeface="Poppins Light"/>
                <a:sym typeface="Poppins Light"/>
              </a:defRPr>
            </a:pPr>
            <a:r>
              <a:rPr lang="en-IE" sz="3200" dirty="0">
                <a:solidFill>
                  <a:srgbClr val="E7E6E6">
                    <a:lumMod val="25000"/>
                  </a:srgbClr>
                </a:solidFill>
                <a:latin typeface="Poppins Light"/>
                <a:sym typeface="Poppins Light"/>
              </a:rPr>
              <a:t>Do send an email if you be absent for a contiguous block of 2 weeks or more due to illness or other personal circumstances</a:t>
            </a:r>
          </a:p>
        </p:txBody>
      </p:sp>
      <p:pic>
        <p:nvPicPr>
          <p:cNvPr id="5" name="Picture 4" descr="Contact Us Email - Free image on Pixabay"/>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0072" y="364420"/>
            <a:ext cx="3220970" cy="2060079"/>
          </a:xfrm>
          <a:prstGeom prst="rect">
            <a:avLst/>
          </a:prstGeom>
        </p:spPr>
      </p:pic>
    </p:spTree>
    <p:extLst>
      <p:ext uri="{BB962C8B-B14F-4D97-AF65-F5344CB8AC3E}">
        <p14:creationId xmlns:p14="http://schemas.microsoft.com/office/powerpoint/2010/main" val="991490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GB" dirty="0"/>
              <a:t>3. Module Background: Goal</a:t>
            </a:r>
          </a:p>
        </p:txBody>
      </p:sp>
      <p:sp>
        <p:nvSpPr>
          <p:cNvPr id="8195" name="Rectangle 3"/>
          <p:cNvSpPr>
            <a:spLocks noGrp="1" noChangeArrowheads="1"/>
          </p:cNvSpPr>
          <p:nvPr>
            <p:ph sz="quarter" idx="1"/>
          </p:nvPr>
        </p:nvSpPr>
        <p:spPr/>
        <p:txBody>
          <a:bodyPr>
            <a:normAutofit/>
          </a:bodyPr>
          <a:lstStyle/>
          <a:p>
            <a:r>
              <a:rPr lang="en-GB" dirty="0"/>
              <a:t>To understand, critique, and apply software “design” practices. </a:t>
            </a:r>
          </a:p>
        </p:txBody>
      </p:sp>
      <p:sp>
        <p:nvSpPr>
          <p:cNvPr id="5" name="Slide Number Placeholder 4"/>
          <p:cNvSpPr>
            <a:spLocks noGrp="1"/>
          </p:cNvSpPr>
          <p:nvPr>
            <p:ph type="sldNum" sz="quarter" idx="12"/>
          </p:nvPr>
        </p:nvSpPr>
        <p:spPr/>
        <p:txBody>
          <a:bodyPr>
            <a:normAutofit fontScale="85000" lnSpcReduction="20000"/>
          </a:bodyPr>
          <a:lstStyle/>
          <a:p>
            <a:pPr>
              <a:defRPr/>
            </a:pPr>
            <a:fld id="{73F4E989-F763-4004-9F33-B18218F0D50C}" type="slidenum">
              <a:rPr lang="en-US" altLang="en-US" smtClean="0"/>
              <a:pPr>
                <a:defRPr/>
              </a:pPr>
              <a:t>11</a:t>
            </a:fld>
            <a:endParaRPr lang="en-US" altLang="en-US" dirty="0"/>
          </a:p>
        </p:txBody>
      </p:sp>
      <p:sp>
        <p:nvSpPr>
          <p:cNvPr id="6" name="Isosceles Triangle 5"/>
          <p:cNvSpPr/>
          <p:nvPr/>
        </p:nvSpPr>
        <p:spPr>
          <a:xfrm>
            <a:off x="2699792" y="2636912"/>
            <a:ext cx="4896544" cy="3888432"/>
          </a:xfrm>
          <a:prstGeom prst="triangl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solidFill>
                <a:schemeClr val="tx1"/>
              </a:solidFill>
            </a:endParaRPr>
          </a:p>
        </p:txBody>
      </p:sp>
      <p:sp>
        <p:nvSpPr>
          <p:cNvPr id="7" name="TextBox 6"/>
          <p:cNvSpPr txBox="1"/>
          <p:nvPr/>
        </p:nvSpPr>
        <p:spPr>
          <a:xfrm>
            <a:off x="3725770" y="6084544"/>
            <a:ext cx="3005951" cy="369332"/>
          </a:xfrm>
          <a:prstGeom prst="rect">
            <a:avLst/>
          </a:prstGeom>
          <a:noFill/>
        </p:spPr>
        <p:txBody>
          <a:bodyPr wrap="none" rtlCol="0">
            <a:spAutoFit/>
          </a:bodyPr>
          <a:lstStyle/>
          <a:p>
            <a:r>
              <a:rPr lang="en-IE" dirty="0"/>
              <a:t>Executable / Machine Code</a:t>
            </a:r>
          </a:p>
        </p:txBody>
      </p:sp>
      <p:sp>
        <p:nvSpPr>
          <p:cNvPr id="8" name="TextBox 7"/>
          <p:cNvSpPr txBox="1"/>
          <p:nvPr/>
        </p:nvSpPr>
        <p:spPr>
          <a:xfrm>
            <a:off x="4444382" y="5813608"/>
            <a:ext cx="1274708" cy="369332"/>
          </a:xfrm>
          <a:prstGeom prst="rect">
            <a:avLst/>
          </a:prstGeom>
          <a:noFill/>
        </p:spPr>
        <p:txBody>
          <a:bodyPr wrap="none" rtlCol="0">
            <a:spAutoFit/>
          </a:bodyPr>
          <a:lstStyle/>
          <a:p>
            <a:r>
              <a:rPr lang="en-IE" dirty="0"/>
              <a:t>Assembler</a:t>
            </a:r>
          </a:p>
        </p:txBody>
      </p:sp>
      <p:sp>
        <p:nvSpPr>
          <p:cNvPr id="9" name="TextBox 8"/>
          <p:cNvSpPr txBox="1"/>
          <p:nvPr/>
        </p:nvSpPr>
        <p:spPr>
          <a:xfrm>
            <a:off x="3439359" y="5052331"/>
            <a:ext cx="3535968" cy="646331"/>
          </a:xfrm>
          <a:prstGeom prst="rect">
            <a:avLst/>
          </a:prstGeom>
          <a:noFill/>
        </p:spPr>
        <p:txBody>
          <a:bodyPr wrap="none" rtlCol="0">
            <a:spAutoFit/>
          </a:bodyPr>
          <a:lstStyle/>
          <a:p>
            <a:r>
              <a:rPr lang="en-IE" dirty="0"/>
              <a:t> PROGRAMS: 3GL / 4GL; DSLs;</a:t>
            </a:r>
          </a:p>
          <a:p>
            <a:r>
              <a:rPr lang="en-IE" dirty="0"/>
              <a:t>Frameworks; Libraries; etc</a:t>
            </a:r>
          </a:p>
        </p:txBody>
      </p:sp>
      <p:sp>
        <p:nvSpPr>
          <p:cNvPr id="10" name="TextBox 9"/>
          <p:cNvSpPr txBox="1"/>
          <p:nvPr/>
        </p:nvSpPr>
        <p:spPr>
          <a:xfrm>
            <a:off x="4572000" y="3356992"/>
            <a:ext cx="1133644" cy="369332"/>
          </a:xfrm>
          <a:prstGeom prst="rect">
            <a:avLst/>
          </a:prstGeom>
          <a:noFill/>
        </p:spPr>
        <p:txBody>
          <a:bodyPr wrap="none" rtlCol="0">
            <a:spAutoFit/>
          </a:bodyPr>
          <a:lstStyle/>
          <a:p>
            <a:r>
              <a:rPr lang="en-IE" dirty="0"/>
              <a:t>Sketches</a:t>
            </a:r>
          </a:p>
        </p:txBody>
      </p:sp>
      <p:sp>
        <p:nvSpPr>
          <p:cNvPr id="11" name="TextBox 10"/>
          <p:cNvSpPr txBox="1"/>
          <p:nvPr/>
        </p:nvSpPr>
        <p:spPr>
          <a:xfrm>
            <a:off x="4572000" y="4509120"/>
            <a:ext cx="1210588" cy="369332"/>
          </a:xfrm>
          <a:prstGeom prst="rect">
            <a:avLst/>
          </a:prstGeom>
          <a:noFill/>
        </p:spPr>
        <p:txBody>
          <a:bodyPr wrap="none" rtlCol="0">
            <a:spAutoFit/>
          </a:bodyPr>
          <a:lstStyle/>
          <a:p>
            <a:r>
              <a:rPr lang="en-IE" dirty="0"/>
              <a:t>Blueprints</a:t>
            </a:r>
          </a:p>
        </p:txBody>
      </p:sp>
      <p:sp>
        <p:nvSpPr>
          <p:cNvPr id="12" name="TextBox 11"/>
          <p:cNvSpPr txBox="1"/>
          <p:nvPr/>
        </p:nvSpPr>
        <p:spPr>
          <a:xfrm>
            <a:off x="4355976" y="3789040"/>
            <a:ext cx="1584176" cy="646331"/>
          </a:xfrm>
          <a:prstGeom prst="rect">
            <a:avLst/>
          </a:prstGeom>
          <a:noFill/>
        </p:spPr>
        <p:txBody>
          <a:bodyPr wrap="square" rtlCol="0">
            <a:spAutoFit/>
          </a:bodyPr>
          <a:lstStyle/>
          <a:p>
            <a:pPr algn="ctr"/>
            <a:r>
              <a:rPr lang="en-IE" dirty="0"/>
              <a:t>Textual </a:t>
            </a:r>
          </a:p>
          <a:p>
            <a:pPr algn="ctr"/>
            <a:r>
              <a:rPr lang="en-IE" dirty="0"/>
              <a:t>Descriptions</a:t>
            </a:r>
          </a:p>
        </p:txBody>
      </p:sp>
      <p:sp>
        <p:nvSpPr>
          <p:cNvPr id="13" name="TextBox 12"/>
          <p:cNvSpPr txBox="1"/>
          <p:nvPr/>
        </p:nvSpPr>
        <p:spPr>
          <a:xfrm>
            <a:off x="3347864" y="3356992"/>
            <a:ext cx="470000" cy="1323439"/>
          </a:xfrm>
          <a:prstGeom prst="rect">
            <a:avLst/>
          </a:prstGeom>
          <a:noFill/>
        </p:spPr>
        <p:txBody>
          <a:bodyPr wrap="none" rtlCol="0">
            <a:spAutoFit/>
          </a:bodyPr>
          <a:lstStyle/>
          <a:p>
            <a:r>
              <a:rPr lang="en-IE" sz="8000" dirty="0"/>
              <a:t>[</a:t>
            </a:r>
          </a:p>
        </p:txBody>
      </p:sp>
      <p:sp>
        <p:nvSpPr>
          <p:cNvPr id="14" name="TextBox 13"/>
          <p:cNvSpPr txBox="1"/>
          <p:nvPr/>
        </p:nvSpPr>
        <p:spPr>
          <a:xfrm>
            <a:off x="2411760" y="5013176"/>
            <a:ext cx="470000" cy="1323439"/>
          </a:xfrm>
          <a:prstGeom prst="rect">
            <a:avLst/>
          </a:prstGeom>
          <a:noFill/>
        </p:spPr>
        <p:txBody>
          <a:bodyPr wrap="none" rtlCol="0">
            <a:spAutoFit/>
          </a:bodyPr>
          <a:lstStyle/>
          <a:p>
            <a:r>
              <a:rPr lang="en-IE" sz="8000" dirty="0"/>
              <a:t>[</a:t>
            </a:r>
          </a:p>
        </p:txBody>
      </p:sp>
      <p:sp>
        <p:nvSpPr>
          <p:cNvPr id="15" name="TextBox 14"/>
          <p:cNvSpPr txBox="1"/>
          <p:nvPr/>
        </p:nvSpPr>
        <p:spPr>
          <a:xfrm>
            <a:off x="1475656" y="5589240"/>
            <a:ext cx="851515" cy="369332"/>
          </a:xfrm>
          <a:prstGeom prst="rect">
            <a:avLst/>
          </a:prstGeom>
          <a:noFill/>
        </p:spPr>
        <p:txBody>
          <a:bodyPr wrap="none" rtlCol="0">
            <a:spAutoFit/>
          </a:bodyPr>
          <a:lstStyle/>
          <a:p>
            <a:r>
              <a:rPr lang="en-IE" dirty="0"/>
              <a:t>CODE</a:t>
            </a:r>
          </a:p>
        </p:txBody>
      </p:sp>
      <p:sp>
        <p:nvSpPr>
          <p:cNvPr id="16" name="TextBox 15"/>
          <p:cNvSpPr txBox="1"/>
          <p:nvPr/>
        </p:nvSpPr>
        <p:spPr>
          <a:xfrm>
            <a:off x="467544" y="3645024"/>
            <a:ext cx="2916183" cy="923330"/>
          </a:xfrm>
          <a:prstGeom prst="rect">
            <a:avLst/>
          </a:prstGeom>
          <a:noFill/>
        </p:spPr>
        <p:txBody>
          <a:bodyPr wrap="none" rtlCol="0">
            <a:spAutoFit/>
          </a:bodyPr>
          <a:lstStyle/>
          <a:p>
            <a:pPr algn="r"/>
            <a:r>
              <a:rPr lang="en-IE" dirty="0"/>
              <a:t>“Design” activities</a:t>
            </a:r>
          </a:p>
          <a:p>
            <a:pPr algn="r"/>
            <a:r>
              <a:rPr lang="en-IE" dirty="0"/>
              <a:t>that generate</a:t>
            </a:r>
          </a:p>
          <a:p>
            <a:pPr algn="r"/>
            <a:r>
              <a:rPr lang="en-IE" dirty="0"/>
              <a:t>Supporting Documentation</a:t>
            </a:r>
          </a:p>
        </p:txBody>
      </p:sp>
      <p:sp>
        <p:nvSpPr>
          <p:cNvPr id="17" name="Up-Down Arrow 16"/>
          <p:cNvSpPr/>
          <p:nvPr/>
        </p:nvSpPr>
        <p:spPr>
          <a:xfrm>
            <a:off x="7596336" y="3284984"/>
            <a:ext cx="484632" cy="2952328"/>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dirty="0"/>
          </a:p>
        </p:txBody>
      </p:sp>
      <p:sp>
        <p:nvSpPr>
          <p:cNvPr id="18" name="TextBox 17"/>
          <p:cNvSpPr txBox="1"/>
          <p:nvPr/>
        </p:nvSpPr>
        <p:spPr>
          <a:xfrm>
            <a:off x="8244408" y="3356992"/>
            <a:ext cx="659155" cy="369332"/>
          </a:xfrm>
          <a:prstGeom prst="rect">
            <a:avLst/>
          </a:prstGeom>
          <a:noFill/>
        </p:spPr>
        <p:txBody>
          <a:bodyPr wrap="none" rtlCol="0">
            <a:spAutoFit/>
          </a:bodyPr>
          <a:lstStyle/>
          <a:p>
            <a:r>
              <a:rPr lang="en-IE" dirty="0"/>
              <a:t>High</a:t>
            </a:r>
          </a:p>
        </p:txBody>
      </p:sp>
      <p:sp>
        <p:nvSpPr>
          <p:cNvPr id="19" name="TextBox 18"/>
          <p:cNvSpPr txBox="1"/>
          <p:nvPr/>
        </p:nvSpPr>
        <p:spPr>
          <a:xfrm>
            <a:off x="8388424" y="5949280"/>
            <a:ext cx="607859" cy="369332"/>
          </a:xfrm>
          <a:prstGeom prst="rect">
            <a:avLst/>
          </a:prstGeom>
          <a:noFill/>
        </p:spPr>
        <p:txBody>
          <a:bodyPr wrap="none" rtlCol="0">
            <a:spAutoFit/>
          </a:bodyPr>
          <a:lstStyle/>
          <a:p>
            <a:r>
              <a:rPr lang="en-IE" dirty="0"/>
              <a:t>Low</a:t>
            </a:r>
          </a:p>
        </p:txBody>
      </p:sp>
      <p:sp>
        <p:nvSpPr>
          <p:cNvPr id="20" name="TextBox 19"/>
          <p:cNvSpPr txBox="1"/>
          <p:nvPr/>
        </p:nvSpPr>
        <p:spPr>
          <a:xfrm>
            <a:off x="6372200" y="2708920"/>
            <a:ext cx="2787943" cy="369332"/>
          </a:xfrm>
          <a:prstGeom prst="rect">
            <a:avLst/>
          </a:prstGeom>
          <a:noFill/>
        </p:spPr>
        <p:txBody>
          <a:bodyPr wrap="none" rtlCol="0">
            <a:spAutoFit/>
          </a:bodyPr>
          <a:lstStyle/>
          <a:p>
            <a:r>
              <a:rPr lang="en-IE" dirty="0"/>
              <a:t>Abstraction (INformalism)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GB" dirty="0"/>
              <a:t>3. Module Background: Objectives</a:t>
            </a:r>
          </a:p>
        </p:txBody>
      </p:sp>
      <p:sp>
        <p:nvSpPr>
          <p:cNvPr id="9219" name="Rectangle 3"/>
          <p:cNvSpPr>
            <a:spLocks noGrp="1" noChangeArrowheads="1"/>
          </p:cNvSpPr>
          <p:nvPr>
            <p:ph sz="quarter" idx="1"/>
          </p:nvPr>
        </p:nvSpPr>
        <p:spPr>
          <a:xfrm>
            <a:off x="251520" y="1600200"/>
            <a:ext cx="8892480" cy="5257800"/>
          </a:xfrm>
        </p:spPr>
        <p:txBody>
          <a:bodyPr>
            <a:normAutofit/>
          </a:bodyPr>
          <a:lstStyle/>
          <a:p>
            <a:pPr marL="533400" indent="-533400"/>
            <a:r>
              <a:rPr lang="en-GB" dirty="0"/>
              <a:t>Describe properties of good software</a:t>
            </a:r>
          </a:p>
          <a:p>
            <a:pPr marL="533400" indent="-533400"/>
            <a:r>
              <a:rPr lang="en-GB" dirty="0"/>
              <a:t>Use a modelling notation – the UML, with a generic OOAD method for systems development </a:t>
            </a:r>
          </a:p>
          <a:p>
            <a:pPr marL="533400" indent="-533400"/>
            <a:r>
              <a:rPr lang="en-GB" dirty="0"/>
              <a:t>Discuss the concept of software architecture and its support through quality tactics.</a:t>
            </a:r>
          </a:p>
          <a:p>
            <a:pPr marL="533400" indent="-533400"/>
            <a:r>
              <a:rPr lang="en-GB" dirty="0"/>
              <a:t>Apply architectural and design patterns.</a:t>
            </a:r>
          </a:p>
          <a:p>
            <a:pPr marL="533400" indent="-533400"/>
            <a:r>
              <a:rPr lang="en-GB" dirty="0"/>
              <a:t>Execute self-guided research on Microservices and communicate critique to audience.</a:t>
            </a:r>
          </a:p>
        </p:txBody>
      </p:sp>
      <p:sp>
        <p:nvSpPr>
          <p:cNvPr id="5" name="Slide Number Placeholder 4"/>
          <p:cNvSpPr>
            <a:spLocks noGrp="1"/>
          </p:cNvSpPr>
          <p:nvPr>
            <p:ph type="sldNum" sz="quarter" idx="12"/>
          </p:nvPr>
        </p:nvSpPr>
        <p:spPr/>
        <p:txBody>
          <a:bodyPr>
            <a:normAutofit fontScale="85000" lnSpcReduction="20000"/>
          </a:bodyPr>
          <a:lstStyle/>
          <a:p>
            <a:pPr>
              <a:defRPr/>
            </a:pPr>
            <a:fld id="{73F4E989-F763-4004-9F33-B18218F0D50C}" type="slidenum">
              <a:rPr lang="en-US" altLang="en-US" smtClean="0"/>
              <a:pPr>
                <a:defRPr/>
              </a:pPr>
              <a:t>12</a:t>
            </a:fld>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3. Factors</a:t>
            </a:r>
          </a:p>
        </p:txBody>
      </p:sp>
      <p:sp>
        <p:nvSpPr>
          <p:cNvPr id="4" name="TextBox 3"/>
          <p:cNvSpPr txBox="1"/>
          <p:nvPr/>
        </p:nvSpPr>
        <p:spPr>
          <a:xfrm>
            <a:off x="6545299" y="3845486"/>
            <a:ext cx="2527295"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GB" dirty="0"/>
              <a:t>OOAD Using The UML</a:t>
            </a:r>
          </a:p>
        </p:txBody>
      </p:sp>
      <p:sp>
        <p:nvSpPr>
          <p:cNvPr id="5" name="TextBox 4"/>
          <p:cNvSpPr txBox="1"/>
          <p:nvPr/>
        </p:nvSpPr>
        <p:spPr>
          <a:xfrm>
            <a:off x="3059832" y="1700808"/>
            <a:ext cx="3518912"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GB" dirty="0"/>
              <a:t>Component Based Development</a:t>
            </a:r>
          </a:p>
        </p:txBody>
      </p:sp>
      <p:sp>
        <p:nvSpPr>
          <p:cNvPr id="6" name="TextBox 5"/>
          <p:cNvSpPr txBox="1"/>
          <p:nvPr/>
        </p:nvSpPr>
        <p:spPr>
          <a:xfrm>
            <a:off x="6929454" y="2559602"/>
            <a:ext cx="1719381"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GB" dirty="0"/>
              <a:t>OOP Overview</a:t>
            </a:r>
          </a:p>
        </p:txBody>
      </p:sp>
      <p:sp>
        <p:nvSpPr>
          <p:cNvPr id="7" name="TextBox 6"/>
          <p:cNvSpPr txBox="1"/>
          <p:nvPr/>
        </p:nvSpPr>
        <p:spPr>
          <a:xfrm>
            <a:off x="1305699" y="3995772"/>
            <a:ext cx="1826141"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GB" dirty="0"/>
              <a:t>Design Patterns</a:t>
            </a:r>
          </a:p>
        </p:txBody>
      </p:sp>
      <p:sp>
        <p:nvSpPr>
          <p:cNvPr id="8" name="TextBox 7"/>
          <p:cNvSpPr txBox="1"/>
          <p:nvPr/>
        </p:nvSpPr>
        <p:spPr>
          <a:xfrm>
            <a:off x="1403648" y="2564904"/>
            <a:ext cx="1364476"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GB" dirty="0"/>
              <a:t>Refactoring</a:t>
            </a:r>
          </a:p>
        </p:txBody>
      </p:sp>
      <p:sp>
        <p:nvSpPr>
          <p:cNvPr id="9" name="Oval 8"/>
          <p:cNvSpPr/>
          <p:nvPr/>
        </p:nvSpPr>
        <p:spPr>
          <a:xfrm>
            <a:off x="3563888" y="2780928"/>
            <a:ext cx="2736304" cy="12961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Knowledge</a:t>
            </a:r>
          </a:p>
          <a:p>
            <a:pPr algn="ctr"/>
            <a:r>
              <a:rPr lang="en-GB" dirty="0"/>
              <a:t>And</a:t>
            </a:r>
          </a:p>
          <a:p>
            <a:pPr algn="ctr"/>
            <a:r>
              <a:rPr lang="en-GB" dirty="0"/>
              <a:t>Skills</a:t>
            </a:r>
          </a:p>
        </p:txBody>
      </p:sp>
      <p:sp>
        <p:nvSpPr>
          <p:cNvPr id="10" name="TextBox 9"/>
          <p:cNvSpPr txBox="1"/>
          <p:nvPr/>
        </p:nvSpPr>
        <p:spPr>
          <a:xfrm>
            <a:off x="2285984" y="4997247"/>
            <a:ext cx="2441759" cy="646331"/>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GB" dirty="0"/>
              <a:t>Introduction to </a:t>
            </a:r>
          </a:p>
          <a:p>
            <a:r>
              <a:rPr lang="en-GB" dirty="0"/>
              <a:t>Software Architecture </a:t>
            </a:r>
          </a:p>
        </p:txBody>
      </p:sp>
      <p:sp>
        <p:nvSpPr>
          <p:cNvPr id="11" name="TextBox 10"/>
          <p:cNvSpPr txBox="1"/>
          <p:nvPr/>
        </p:nvSpPr>
        <p:spPr>
          <a:xfrm>
            <a:off x="5332192" y="6274378"/>
            <a:ext cx="2454518"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GB" dirty="0"/>
              <a:t>Architectural Patterns </a:t>
            </a:r>
          </a:p>
        </p:txBody>
      </p:sp>
      <p:sp>
        <p:nvSpPr>
          <p:cNvPr id="12" name="TextBox 11"/>
          <p:cNvSpPr txBox="1"/>
          <p:nvPr/>
        </p:nvSpPr>
        <p:spPr>
          <a:xfrm>
            <a:off x="285720" y="6274378"/>
            <a:ext cx="2723823"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GB" dirty="0"/>
              <a:t>Architectural Use Cases </a:t>
            </a:r>
          </a:p>
        </p:txBody>
      </p:sp>
      <p:sp>
        <p:nvSpPr>
          <p:cNvPr id="13" name="TextBox 12"/>
          <p:cNvSpPr txBox="1"/>
          <p:nvPr/>
        </p:nvSpPr>
        <p:spPr>
          <a:xfrm>
            <a:off x="3357554" y="6274378"/>
            <a:ext cx="1668149"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GB" dirty="0"/>
              <a:t>Quality Tactics</a:t>
            </a:r>
          </a:p>
        </p:txBody>
      </p:sp>
      <p:sp>
        <p:nvSpPr>
          <p:cNvPr id="14" name="TextBox 13"/>
          <p:cNvSpPr txBox="1"/>
          <p:nvPr/>
        </p:nvSpPr>
        <p:spPr>
          <a:xfrm>
            <a:off x="5500694" y="5059932"/>
            <a:ext cx="1172116"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GB" dirty="0"/>
              <a:t>Contracts</a:t>
            </a:r>
          </a:p>
        </p:txBody>
      </p:sp>
      <p:cxnSp>
        <p:nvCxnSpPr>
          <p:cNvPr id="17" name="Straight Arrow Connector 16"/>
          <p:cNvCxnSpPr>
            <a:stCxn id="9" idx="0"/>
            <a:endCxn id="5" idx="2"/>
          </p:cNvCxnSpPr>
          <p:nvPr/>
        </p:nvCxnSpPr>
        <p:spPr bwMode="auto">
          <a:xfrm rot="16200000" flipV="1">
            <a:off x="4520270" y="2369158"/>
            <a:ext cx="710788" cy="11275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1" name="Straight Arrow Connector 20"/>
          <p:cNvCxnSpPr>
            <a:stCxn id="9" idx="7"/>
            <a:endCxn id="6" idx="1"/>
          </p:cNvCxnSpPr>
          <p:nvPr/>
        </p:nvCxnSpPr>
        <p:spPr bwMode="auto">
          <a:xfrm rot="5400000" flipH="1" flipV="1">
            <a:off x="6301223" y="2342514"/>
            <a:ext cx="226476" cy="1029985"/>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4" name="Straight Arrow Connector 23"/>
          <p:cNvCxnSpPr>
            <a:stCxn id="9" idx="5"/>
            <a:endCxn id="14" idx="0"/>
          </p:cNvCxnSpPr>
          <p:nvPr/>
        </p:nvCxnSpPr>
        <p:spPr bwMode="auto">
          <a:xfrm rot="16200000" flipH="1">
            <a:off x="5406772" y="4379952"/>
            <a:ext cx="1172676" cy="187283"/>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7" name="Straight Arrow Connector 26"/>
          <p:cNvCxnSpPr>
            <a:stCxn id="9" idx="6"/>
            <a:endCxn id="4" idx="0"/>
          </p:cNvCxnSpPr>
          <p:nvPr/>
        </p:nvCxnSpPr>
        <p:spPr bwMode="auto">
          <a:xfrm>
            <a:off x="6300192" y="3429000"/>
            <a:ext cx="1508755" cy="416486"/>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30" name="Straight Arrow Connector 29"/>
          <p:cNvCxnSpPr>
            <a:stCxn id="9" idx="3"/>
            <a:endCxn id="10" idx="0"/>
          </p:cNvCxnSpPr>
          <p:nvPr/>
        </p:nvCxnSpPr>
        <p:spPr bwMode="auto">
          <a:xfrm rot="5400000">
            <a:off x="3180743" y="4213378"/>
            <a:ext cx="1109991" cy="457747"/>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36" name="Straight Arrow Connector 35"/>
          <p:cNvCxnSpPr>
            <a:stCxn id="9" idx="2"/>
            <a:endCxn id="7" idx="0"/>
          </p:cNvCxnSpPr>
          <p:nvPr/>
        </p:nvCxnSpPr>
        <p:spPr bwMode="auto">
          <a:xfrm rot="10800000" flipV="1">
            <a:off x="2218770" y="3429000"/>
            <a:ext cx="1345118" cy="56677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39" name="Straight Arrow Connector 38"/>
          <p:cNvCxnSpPr>
            <a:stCxn id="9" idx="1"/>
            <a:endCxn id="8" idx="3"/>
          </p:cNvCxnSpPr>
          <p:nvPr/>
        </p:nvCxnSpPr>
        <p:spPr bwMode="auto">
          <a:xfrm rot="16200000" flipV="1">
            <a:off x="3255781" y="2261913"/>
            <a:ext cx="221174" cy="1196487"/>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44" name="Straight Arrow Connector 43"/>
          <p:cNvCxnSpPr>
            <a:stCxn id="10" idx="2"/>
            <a:endCxn id="13" idx="0"/>
          </p:cNvCxnSpPr>
          <p:nvPr/>
        </p:nvCxnSpPr>
        <p:spPr bwMode="auto">
          <a:xfrm rot="16200000" flipH="1">
            <a:off x="3533846" y="5616595"/>
            <a:ext cx="630800" cy="684765"/>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52" name="Straight Arrow Connector 51"/>
          <p:cNvCxnSpPr>
            <a:stCxn id="10" idx="2"/>
            <a:endCxn id="12" idx="0"/>
          </p:cNvCxnSpPr>
          <p:nvPr/>
        </p:nvCxnSpPr>
        <p:spPr bwMode="auto">
          <a:xfrm rot="5400000">
            <a:off x="2261848" y="5029362"/>
            <a:ext cx="630800" cy="185923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56" name="Straight Arrow Connector 55"/>
          <p:cNvCxnSpPr>
            <a:stCxn id="10" idx="2"/>
            <a:endCxn id="11" idx="0"/>
          </p:cNvCxnSpPr>
          <p:nvPr/>
        </p:nvCxnSpPr>
        <p:spPr bwMode="auto">
          <a:xfrm rot="16200000" flipH="1">
            <a:off x="4717757" y="4432684"/>
            <a:ext cx="630800" cy="3052587"/>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25" name="Slide Number Placeholder 24"/>
          <p:cNvSpPr>
            <a:spLocks noGrp="1"/>
          </p:cNvSpPr>
          <p:nvPr>
            <p:ph type="sldNum" sz="quarter" idx="12"/>
          </p:nvPr>
        </p:nvSpPr>
        <p:spPr/>
        <p:txBody>
          <a:bodyPr>
            <a:normAutofit fontScale="85000" lnSpcReduction="20000"/>
          </a:bodyPr>
          <a:lstStyle/>
          <a:p>
            <a:pPr>
              <a:defRPr/>
            </a:pPr>
            <a:fld id="{BCF1C200-D0F8-4752-AD82-D25E5C4A5655}" type="slidenum">
              <a:rPr lang="en-US" altLang="en-US" smtClean="0"/>
              <a:pPr>
                <a:defRPr/>
              </a:pPr>
              <a:t>13</a:t>
            </a:fld>
            <a:endParaRPr lang="en-US"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in)">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 calcmode="lin" valueType="num">
                                      <p:cBhvr additive="base">
                                        <p:cTn id="16" dur="500" fill="hold"/>
                                        <p:tgtEl>
                                          <p:spTgt spid="21"/>
                                        </p:tgtEl>
                                        <p:attrNameLst>
                                          <p:attrName>ppt_x</p:attrName>
                                        </p:attrNameLst>
                                      </p:cBhvr>
                                      <p:tavLst>
                                        <p:tav tm="0">
                                          <p:val>
                                            <p:strVal val="#ppt_x"/>
                                          </p:val>
                                        </p:tav>
                                        <p:tav tm="100000">
                                          <p:val>
                                            <p:strVal val="#ppt_x"/>
                                          </p:val>
                                        </p:tav>
                                      </p:tavLst>
                                    </p:anim>
                                    <p:anim calcmode="lin" valueType="num">
                                      <p:cBhvr additive="base">
                                        <p:cTn id="17"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27"/>
                                        </p:tgtEl>
                                        <p:attrNameLst>
                                          <p:attrName>style.visibility</p:attrName>
                                        </p:attrNameLst>
                                      </p:cBhvr>
                                      <p:to>
                                        <p:strVal val="visible"/>
                                      </p:to>
                                    </p:set>
                                    <p:anim calcmode="lin" valueType="num">
                                      <p:cBhvr additive="base">
                                        <p:cTn id="26" dur="500" fill="hold"/>
                                        <p:tgtEl>
                                          <p:spTgt spid="27"/>
                                        </p:tgtEl>
                                        <p:attrNameLst>
                                          <p:attrName>ppt_x</p:attrName>
                                        </p:attrNameLst>
                                      </p:cBhvr>
                                      <p:tavLst>
                                        <p:tav tm="0">
                                          <p:val>
                                            <p:strVal val="#ppt_x"/>
                                          </p:val>
                                        </p:tav>
                                        <p:tav tm="100000">
                                          <p:val>
                                            <p:strVal val="#ppt_x"/>
                                          </p:val>
                                        </p:tav>
                                      </p:tavLst>
                                    </p:anim>
                                    <p:anim calcmode="lin" valueType="num">
                                      <p:cBhvr additive="base">
                                        <p:cTn id="27"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additive="base">
                                        <p:cTn id="32" dur="500" fill="hold"/>
                                        <p:tgtEl>
                                          <p:spTgt spid="24"/>
                                        </p:tgtEl>
                                        <p:attrNameLst>
                                          <p:attrName>ppt_x</p:attrName>
                                        </p:attrNameLst>
                                      </p:cBhvr>
                                      <p:tavLst>
                                        <p:tav tm="0">
                                          <p:val>
                                            <p:strVal val="#ppt_x"/>
                                          </p:val>
                                        </p:tav>
                                        <p:tav tm="100000">
                                          <p:val>
                                            <p:strVal val="#ppt_x"/>
                                          </p:val>
                                        </p:tav>
                                      </p:tavLst>
                                    </p:anim>
                                    <p:anim calcmode="lin" valueType="num">
                                      <p:cBhvr additive="base">
                                        <p:cTn id="33" dur="500" fill="hold"/>
                                        <p:tgtEl>
                                          <p:spTgt spid="24"/>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ppt_x"/>
                                          </p:val>
                                        </p:tav>
                                        <p:tav tm="100000">
                                          <p:val>
                                            <p:strVal val="#ppt_x"/>
                                          </p:val>
                                        </p:tav>
                                      </p:tavLst>
                                    </p:anim>
                                    <p:anim calcmode="lin" valueType="num">
                                      <p:cBhvr additive="base">
                                        <p:cTn id="3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additive="base">
                                        <p:cTn id="42" dur="500" fill="hold"/>
                                        <p:tgtEl>
                                          <p:spTgt spid="30"/>
                                        </p:tgtEl>
                                        <p:attrNameLst>
                                          <p:attrName>ppt_x</p:attrName>
                                        </p:attrNameLst>
                                      </p:cBhvr>
                                      <p:tavLst>
                                        <p:tav tm="0">
                                          <p:val>
                                            <p:strVal val="#ppt_x"/>
                                          </p:val>
                                        </p:tav>
                                        <p:tav tm="100000">
                                          <p:val>
                                            <p:strVal val="#ppt_x"/>
                                          </p:val>
                                        </p:tav>
                                      </p:tavLst>
                                    </p:anim>
                                    <p:anim calcmode="lin" valueType="num">
                                      <p:cBhvr additive="base">
                                        <p:cTn id="43" dur="500" fill="hold"/>
                                        <p:tgtEl>
                                          <p:spTgt spid="30"/>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additive="base">
                                        <p:cTn id="46" dur="500" fill="hold"/>
                                        <p:tgtEl>
                                          <p:spTgt spid="10"/>
                                        </p:tgtEl>
                                        <p:attrNameLst>
                                          <p:attrName>ppt_x</p:attrName>
                                        </p:attrNameLst>
                                      </p:cBhvr>
                                      <p:tavLst>
                                        <p:tav tm="0">
                                          <p:val>
                                            <p:strVal val="#ppt_x"/>
                                          </p:val>
                                        </p:tav>
                                        <p:tav tm="100000">
                                          <p:val>
                                            <p:strVal val="#ppt_x"/>
                                          </p:val>
                                        </p:tav>
                                      </p:tavLst>
                                    </p:anim>
                                    <p:anim calcmode="lin" valueType="num">
                                      <p:cBhvr additive="base">
                                        <p:cTn id="4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52"/>
                                        </p:tgtEl>
                                        <p:attrNameLst>
                                          <p:attrName>style.visibility</p:attrName>
                                        </p:attrNameLst>
                                      </p:cBhvr>
                                      <p:to>
                                        <p:strVal val="visible"/>
                                      </p:to>
                                    </p:set>
                                    <p:anim calcmode="lin" valueType="num">
                                      <p:cBhvr additive="base">
                                        <p:cTn id="52" dur="500" fill="hold"/>
                                        <p:tgtEl>
                                          <p:spTgt spid="52"/>
                                        </p:tgtEl>
                                        <p:attrNameLst>
                                          <p:attrName>ppt_x</p:attrName>
                                        </p:attrNameLst>
                                      </p:cBhvr>
                                      <p:tavLst>
                                        <p:tav tm="0">
                                          <p:val>
                                            <p:strVal val="#ppt_x"/>
                                          </p:val>
                                        </p:tav>
                                        <p:tav tm="100000">
                                          <p:val>
                                            <p:strVal val="#ppt_x"/>
                                          </p:val>
                                        </p:tav>
                                      </p:tavLst>
                                    </p:anim>
                                    <p:anim calcmode="lin" valueType="num">
                                      <p:cBhvr additive="base">
                                        <p:cTn id="53" dur="500" fill="hold"/>
                                        <p:tgtEl>
                                          <p:spTgt spid="52"/>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 calcmode="lin" valueType="num">
                                      <p:cBhvr additive="base">
                                        <p:cTn id="56" dur="500" fill="hold"/>
                                        <p:tgtEl>
                                          <p:spTgt spid="12"/>
                                        </p:tgtEl>
                                        <p:attrNameLst>
                                          <p:attrName>ppt_x</p:attrName>
                                        </p:attrNameLst>
                                      </p:cBhvr>
                                      <p:tavLst>
                                        <p:tav tm="0">
                                          <p:val>
                                            <p:strVal val="#ppt_x"/>
                                          </p:val>
                                        </p:tav>
                                        <p:tav tm="100000">
                                          <p:val>
                                            <p:strVal val="#ppt_x"/>
                                          </p:val>
                                        </p:tav>
                                      </p:tavLst>
                                    </p:anim>
                                    <p:anim calcmode="lin" valueType="num">
                                      <p:cBhvr additive="base">
                                        <p:cTn id="5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44"/>
                                        </p:tgtEl>
                                        <p:attrNameLst>
                                          <p:attrName>style.visibility</p:attrName>
                                        </p:attrNameLst>
                                      </p:cBhvr>
                                      <p:to>
                                        <p:strVal val="visible"/>
                                      </p:to>
                                    </p:set>
                                    <p:anim calcmode="lin" valueType="num">
                                      <p:cBhvr additive="base">
                                        <p:cTn id="62" dur="500" fill="hold"/>
                                        <p:tgtEl>
                                          <p:spTgt spid="44"/>
                                        </p:tgtEl>
                                        <p:attrNameLst>
                                          <p:attrName>ppt_x</p:attrName>
                                        </p:attrNameLst>
                                      </p:cBhvr>
                                      <p:tavLst>
                                        <p:tav tm="0">
                                          <p:val>
                                            <p:strVal val="#ppt_x"/>
                                          </p:val>
                                        </p:tav>
                                        <p:tav tm="100000">
                                          <p:val>
                                            <p:strVal val="#ppt_x"/>
                                          </p:val>
                                        </p:tav>
                                      </p:tavLst>
                                    </p:anim>
                                    <p:anim calcmode="lin" valueType="num">
                                      <p:cBhvr additive="base">
                                        <p:cTn id="63" dur="500" fill="hold"/>
                                        <p:tgtEl>
                                          <p:spTgt spid="44"/>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 calcmode="lin" valueType="num">
                                      <p:cBhvr additive="base">
                                        <p:cTn id="66" dur="500" fill="hold"/>
                                        <p:tgtEl>
                                          <p:spTgt spid="13"/>
                                        </p:tgtEl>
                                        <p:attrNameLst>
                                          <p:attrName>ppt_x</p:attrName>
                                        </p:attrNameLst>
                                      </p:cBhvr>
                                      <p:tavLst>
                                        <p:tav tm="0">
                                          <p:val>
                                            <p:strVal val="#ppt_x"/>
                                          </p:val>
                                        </p:tav>
                                        <p:tav tm="100000">
                                          <p:val>
                                            <p:strVal val="#ppt_x"/>
                                          </p:val>
                                        </p:tav>
                                      </p:tavLst>
                                    </p:anim>
                                    <p:anim calcmode="lin" valueType="num">
                                      <p:cBhvr additive="base">
                                        <p:cTn id="6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56"/>
                                        </p:tgtEl>
                                        <p:attrNameLst>
                                          <p:attrName>style.visibility</p:attrName>
                                        </p:attrNameLst>
                                      </p:cBhvr>
                                      <p:to>
                                        <p:strVal val="visible"/>
                                      </p:to>
                                    </p:set>
                                    <p:anim calcmode="lin" valueType="num">
                                      <p:cBhvr additive="base">
                                        <p:cTn id="72" dur="500" fill="hold"/>
                                        <p:tgtEl>
                                          <p:spTgt spid="56"/>
                                        </p:tgtEl>
                                        <p:attrNameLst>
                                          <p:attrName>ppt_x</p:attrName>
                                        </p:attrNameLst>
                                      </p:cBhvr>
                                      <p:tavLst>
                                        <p:tav tm="0">
                                          <p:val>
                                            <p:strVal val="#ppt_x"/>
                                          </p:val>
                                        </p:tav>
                                        <p:tav tm="100000">
                                          <p:val>
                                            <p:strVal val="#ppt_x"/>
                                          </p:val>
                                        </p:tav>
                                      </p:tavLst>
                                    </p:anim>
                                    <p:anim calcmode="lin" valueType="num">
                                      <p:cBhvr additive="base">
                                        <p:cTn id="73" dur="500" fill="hold"/>
                                        <p:tgtEl>
                                          <p:spTgt spid="56"/>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11"/>
                                        </p:tgtEl>
                                        <p:attrNameLst>
                                          <p:attrName>style.visibility</p:attrName>
                                        </p:attrNameLst>
                                      </p:cBhvr>
                                      <p:to>
                                        <p:strVal val="visible"/>
                                      </p:to>
                                    </p:set>
                                    <p:anim calcmode="lin" valueType="num">
                                      <p:cBhvr additive="base">
                                        <p:cTn id="76" dur="500" fill="hold"/>
                                        <p:tgtEl>
                                          <p:spTgt spid="11"/>
                                        </p:tgtEl>
                                        <p:attrNameLst>
                                          <p:attrName>ppt_x</p:attrName>
                                        </p:attrNameLst>
                                      </p:cBhvr>
                                      <p:tavLst>
                                        <p:tav tm="0">
                                          <p:val>
                                            <p:strVal val="#ppt_x"/>
                                          </p:val>
                                        </p:tav>
                                        <p:tav tm="100000">
                                          <p:val>
                                            <p:strVal val="#ppt_x"/>
                                          </p:val>
                                        </p:tav>
                                      </p:tavLst>
                                    </p:anim>
                                    <p:anim calcmode="lin" valueType="num">
                                      <p:cBhvr additive="base">
                                        <p:cTn id="7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36"/>
                                        </p:tgtEl>
                                        <p:attrNameLst>
                                          <p:attrName>style.visibility</p:attrName>
                                        </p:attrNameLst>
                                      </p:cBhvr>
                                      <p:to>
                                        <p:strVal val="visible"/>
                                      </p:to>
                                    </p:set>
                                    <p:anim calcmode="lin" valueType="num">
                                      <p:cBhvr additive="base">
                                        <p:cTn id="82" dur="500" fill="hold"/>
                                        <p:tgtEl>
                                          <p:spTgt spid="36"/>
                                        </p:tgtEl>
                                        <p:attrNameLst>
                                          <p:attrName>ppt_x</p:attrName>
                                        </p:attrNameLst>
                                      </p:cBhvr>
                                      <p:tavLst>
                                        <p:tav tm="0">
                                          <p:val>
                                            <p:strVal val="#ppt_x"/>
                                          </p:val>
                                        </p:tav>
                                        <p:tav tm="100000">
                                          <p:val>
                                            <p:strVal val="#ppt_x"/>
                                          </p:val>
                                        </p:tav>
                                      </p:tavLst>
                                    </p:anim>
                                    <p:anim calcmode="lin" valueType="num">
                                      <p:cBhvr additive="base">
                                        <p:cTn id="83" dur="500" fill="hold"/>
                                        <p:tgtEl>
                                          <p:spTgt spid="36"/>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7"/>
                                        </p:tgtEl>
                                        <p:attrNameLst>
                                          <p:attrName>style.visibility</p:attrName>
                                        </p:attrNameLst>
                                      </p:cBhvr>
                                      <p:to>
                                        <p:strVal val="visible"/>
                                      </p:to>
                                    </p:set>
                                    <p:anim calcmode="lin" valueType="num">
                                      <p:cBhvr additive="base">
                                        <p:cTn id="86" dur="500" fill="hold"/>
                                        <p:tgtEl>
                                          <p:spTgt spid="7"/>
                                        </p:tgtEl>
                                        <p:attrNameLst>
                                          <p:attrName>ppt_x</p:attrName>
                                        </p:attrNameLst>
                                      </p:cBhvr>
                                      <p:tavLst>
                                        <p:tav tm="0">
                                          <p:val>
                                            <p:strVal val="#ppt_x"/>
                                          </p:val>
                                        </p:tav>
                                        <p:tav tm="100000">
                                          <p:val>
                                            <p:strVal val="#ppt_x"/>
                                          </p:val>
                                        </p:tav>
                                      </p:tavLst>
                                    </p:anim>
                                    <p:anim calcmode="lin" valueType="num">
                                      <p:cBhvr additive="base">
                                        <p:cTn id="8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nodeType="clickEffect">
                                  <p:stCondLst>
                                    <p:cond delay="0"/>
                                  </p:stCondLst>
                                  <p:childTnLst>
                                    <p:set>
                                      <p:cBhvr>
                                        <p:cTn id="91" dur="1" fill="hold">
                                          <p:stCondLst>
                                            <p:cond delay="0"/>
                                          </p:stCondLst>
                                        </p:cTn>
                                        <p:tgtEl>
                                          <p:spTgt spid="39"/>
                                        </p:tgtEl>
                                        <p:attrNameLst>
                                          <p:attrName>style.visibility</p:attrName>
                                        </p:attrNameLst>
                                      </p:cBhvr>
                                      <p:to>
                                        <p:strVal val="visible"/>
                                      </p:to>
                                    </p:set>
                                    <p:anim calcmode="lin" valueType="num">
                                      <p:cBhvr additive="base">
                                        <p:cTn id="92" dur="500" fill="hold"/>
                                        <p:tgtEl>
                                          <p:spTgt spid="39"/>
                                        </p:tgtEl>
                                        <p:attrNameLst>
                                          <p:attrName>ppt_x</p:attrName>
                                        </p:attrNameLst>
                                      </p:cBhvr>
                                      <p:tavLst>
                                        <p:tav tm="0">
                                          <p:val>
                                            <p:strVal val="#ppt_x"/>
                                          </p:val>
                                        </p:tav>
                                        <p:tav tm="100000">
                                          <p:val>
                                            <p:strVal val="#ppt_x"/>
                                          </p:val>
                                        </p:tav>
                                      </p:tavLst>
                                    </p:anim>
                                    <p:anim calcmode="lin" valueType="num">
                                      <p:cBhvr additive="base">
                                        <p:cTn id="93" dur="500" fill="hold"/>
                                        <p:tgtEl>
                                          <p:spTgt spid="39"/>
                                        </p:tgtEl>
                                        <p:attrNameLst>
                                          <p:attrName>ppt_y</p:attrName>
                                        </p:attrNameLst>
                                      </p:cBhvr>
                                      <p:tavLst>
                                        <p:tav tm="0">
                                          <p:val>
                                            <p:strVal val="1+#ppt_h/2"/>
                                          </p:val>
                                        </p:tav>
                                        <p:tav tm="100000">
                                          <p:val>
                                            <p:strVal val="#ppt_y"/>
                                          </p:val>
                                        </p:tav>
                                      </p:tavLst>
                                    </p:anim>
                                  </p:childTnLst>
                                </p:cTn>
                              </p:par>
                              <p:par>
                                <p:cTn id="94" presetID="2" presetClass="entr" presetSubtype="4" fill="hold" grpId="0" nodeType="withEffect">
                                  <p:stCondLst>
                                    <p:cond delay="0"/>
                                  </p:stCondLst>
                                  <p:childTnLst>
                                    <p:set>
                                      <p:cBhvr>
                                        <p:cTn id="95" dur="1" fill="hold">
                                          <p:stCondLst>
                                            <p:cond delay="0"/>
                                          </p:stCondLst>
                                        </p:cTn>
                                        <p:tgtEl>
                                          <p:spTgt spid="8"/>
                                        </p:tgtEl>
                                        <p:attrNameLst>
                                          <p:attrName>style.visibility</p:attrName>
                                        </p:attrNameLst>
                                      </p:cBhvr>
                                      <p:to>
                                        <p:strVal val="visible"/>
                                      </p:to>
                                    </p:set>
                                    <p:anim calcmode="lin" valueType="num">
                                      <p:cBhvr additive="base">
                                        <p:cTn id="96" dur="500" fill="hold"/>
                                        <p:tgtEl>
                                          <p:spTgt spid="8"/>
                                        </p:tgtEl>
                                        <p:attrNameLst>
                                          <p:attrName>ppt_x</p:attrName>
                                        </p:attrNameLst>
                                      </p:cBhvr>
                                      <p:tavLst>
                                        <p:tav tm="0">
                                          <p:val>
                                            <p:strVal val="#ppt_x"/>
                                          </p:val>
                                        </p:tav>
                                        <p:tav tm="100000">
                                          <p:val>
                                            <p:strVal val="#ppt_x"/>
                                          </p:val>
                                        </p:tav>
                                      </p:tavLst>
                                    </p:anim>
                                    <p:anim calcmode="lin" valueType="num">
                                      <p:cBhvr additive="base">
                                        <p:cTn id="9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grpId="0" nodeType="clickEffect">
                                  <p:stCondLst>
                                    <p:cond delay="0"/>
                                  </p:stCondLst>
                                  <p:childTnLst>
                                    <p:set>
                                      <p:cBhvr>
                                        <p:cTn id="101" dur="1" fill="hold">
                                          <p:stCondLst>
                                            <p:cond delay="0"/>
                                          </p:stCondLst>
                                        </p:cTn>
                                        <p:tgtEl>
                                          <p:spTgt spid="5"/>
                                        </p:tgtEl>
                                        <p:attrNameLst>
                                          <p:attrName>style.visibility</p:attrName>
                                        </p:attrNameLst>
                                      </p:cBhvr>
                                      <p:to>
                                        <p:strVal val="visible"/>
                                      </p:to>
                                    </p:set>
                                    <p:anim calcmode="lin" valueType="num">
                                      <p:cBhvr additive="base">
                                        <p:cTn id="102" dur="500" fill="hold"/>
                                        <p:tgtEl>
                                          <p:spTgt spid="5"/>
                                        </p:tgtEl>
                                        <p:attrNameLst>
                                          <p:attrName>ppt_x</p:attrName>
                                        </p:attrNameLst>
                                      </p:cBhvr>
                                      <p:tavLst>
                                        <p:tav tm="0">
                                          <p:val>
                                            <p:strVal val="#ppt_x"/>
                                          </p:val>
                                        </p:tav>
                                        <p:tav tm="100000">
                                          <p:val>
                                            <p:strVal val="#ppt_x"/>
                                          </p:val>
                                        </p:tav>
                                      </p:tavLst>
                                    </p:anim>
                                    <p:anim calcmode="lin" valueType="num">
                                      <p:cBhvr additive="base">
                                        <p:cTn id="103" dur="500" fill="hold"/>
                                        <p:tgtEl>
                                          <p:spTgt spid="5"/>
                                        </p:tgtEl>
                                        <p:attrNameLst>
                                          <p:attrName>ppt_y</p:attrName>
                                        </p:attrNameLst>
                                      </p:cBhvr>
                                      <p:tavLst>
                                        <p:tav tm="0">
                                          <p:val>
                                            <p:strVal val="1+#ppt_h/2"/>
                                          </p:val>
                                        </p:tav>
                                        <p:tav tm="100000">
                                          <p:val>
                                            <p:strVal val="#ppt_y"/>
                                          </p:val>
                                        </p:tav>
                                      </p:tavLst>
                                    </p:anim>
                                  </p:childTnLst>
                                </p:cTn>
                              </p:par>
                              <p:par>
                                <p:cTn id="104" presetID="2" presetClass="entr" presetSubtype="4" fill="hold" nodeType="withEffect">
                                  <p:stCondLst>
                                    <p:cond delay="0"/>
                                  </p:stCondLst>
                                  <p:childTnLst>
                                    <p:set>
                                      <p:cBhvr>
                                        <p:cTn id="105" dur="1" fill="hold">
                                          <p:stCondLst>
                                            <p:cond delay="0"/>
                                          </p:stCondLst>
                                        </p:cTn>
                                        <p:tgtEl>
                                          <p:spTgt spid="17"/>
                                        </p:tgtEl>
                                        <p:attrNameLst>
                                          <p:attrName>style.visibility</p:attrName>
                                        </p:attrNameLst>
                                      </p:cBhvr>
                                      <p:to>
                                        <p:strVal val="visible"/>
                                      </p:to>
                                    </p:set>
                                    <p:anim calcmode="lin" valueType="num">
                                      <p:cBhvr additive="base">
                                        <p:cTn id="106" dur="500" fill="hold"/>
                                        <p:tgtEl>
                                          <p:spTgt spid="17"/>
                                        </p:tgtEl>
                                        <p:attrNameLst>
                                          <p:attrName>ppt_x</p:attrName>
                                        </p:attrNameLst>
                                      </p:cBhvr>
                                      <p:tavLst>
                                        <p:tav tm="0">
                                          <p:val>
                                            <p:strVal val="#ppt_x"/>
                                          </p:val>
                                        </p:tav>
                                        <p:tav tm="100000">
                                          <p:val>
                                            <p:strVal val="#ppt_x"/>
                                          </p:val>
                                        </p:tav>
                                      </p:tavLst>
                                    </p:anim>
                                    <p:anim calcmode="lin" valueType="num">
                                      <p:cBhvr additive="base">
                                        <p:cTn id="107"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3. Caveat</a:t>
            </a:r>
          </a:p>
        </p:txBody>
      </p:sp>
      <p:sp>
        <p:nvSpPr>
          <p:cNvPr id="3" name="Slide Number Placeholder 2"/>
          <p:cNvSpPr>
            <a:spLocks noGrp="1"/>
          </p:cNvSpPr>
          <p:nvPr>
            <p:ph type="sldNum" sz="quarter" idx="12"/>
          </p:nvPr>
        </p:nvSpPr>
        <p:spPr/>
        <p:txBody>
          <a:bodyPr>
            <a:normAutofit fontScale="85000" lnSpcReduction="20000"/>
          </a:bodyPr>
          <a:lstStyle/>
          <a:p>
            <a:pPr>
              <a:defRPr/>
            </a:pPr>
            <a:fld id="{73F4E989-F763-4004-9F33-B18218F0D50C}" type="slidenum">
              <a:rPr lang="en-US" altLang="en-US" smtClean="0"/>
              <a:pPr>
                <a:defRPr/>
              </a:pPr>
              <a:t>14</a:t>
            </a:fld>
            <a:endParaRPr lang="en-US" altLang="en-US" dirty="0"/>
          </a:p>
        </p:txBody>
      </p:sp>
      <p:graphicFrame>
        <p:nvGraphicFramePr>
          <p:cNvPr id="6" name="Content Placeholder 3">
            <a:extLst>
              <a:ext uri="{FF2B5EF4-FFF2-40B4-BE49-F238E27FC236}">
                <a16:creationId xmlns:a16="http://schemas.microsoft.com/office/drawing/2014/main" id="{AE7953EA-744D-78B4-8050-3F209EB12212}"/>
              </a:ext>
            </a:extLst>
          </p:cNvPr>
          <p:cNvGraphicFramePr>
            <a:graphicFrameLocks noGrp="1"/>
          </p:cNvGraphicFramePr>
          <p:nvPr>
            <p:ph sz="quarter" idx="1"/>
          </p:nvPr>
        </p:nvGraphicFramePr>
        <p:xfrm>
          <a:off x="612648" y="1600200"/>
          <a:ext cx="8153400" cy="49251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C843B-D8B0-BBD4-E932-BEC5440775D7}"/>
              </a:ext>
            </a:extLst>
          </p:cNvPr>
          <p:cNvSpPr>
            <a:spLocks noGrp="1"/>
          </p:cNvSpPr>
          <p:nvPr>
            <p:ph type="title"/>
          </p:nvPr>
        </p:nvSpPr>
        <p:spPr/>
        <p:txBody>
          <a:bodyPr/>
          <a:lstStyle/>
          <a:p>
            <a:r>
              <a:rPr lang="en-IE" dirty="0"/>
              <a:t>Homework / Checklist Week 1</a:t>
            </a:r>
          </a:p>
        </p:txBody>
      </p:sp>
      <p:sp>
        <p:nvSpPr>
          <p:cNvPr id="3" name="Slide Number Placeholder 2">
            <a:extLst>
              <a:ext uri="{FF2B5EF4-FFF2-40B4-BE49-F238E27FC236}">
                <a16:creationId xmlns:a16="http://schemas.microsoft.com/office/drawing/2014/main" id="{9A52AFBE-4D76-E557-8C83-8C810219A5AC}"/>
              </a:ext>
            </a:extLst>
          </p:cNvPr>
          <p:cNvSpPr>
            <a:spLocks noGrp="1"/>
          </p:cNvSpPr>
          <p:nvPr>
            <p:ph type="sldNum" sz="quarter" idx="12"/>
          </p:nvPr>
        </p:nvSpPr>
        <p:spPr/>
        <p:txBody>
          <a:bodyPr>
            <a:normAutofit fontScale="85000" lnSpcReduction="20000"/>
          </a:bodyPr>
          <a:lstStyle/>
          <a:p>
            <a:pPr>
              <a:defRPr/>
            </a:pPr>
            <a:fld id="{73F4E989-F763-4004-9F33-B18218F0D50C}" type="slidenum">
              <a:rPr lang="en-US" altLang="en-US" smtClean="0"/>
              <a:pPr>
                <a:defRPr/>
              </a:pPr>
              <a:t>15</a:t>
            </a:fld>
            <a:endParaRPr lang="en-US" altLang="en-US" dirty="0"/>
          </a:p>
        </p:txBody>
      </p:sp>
      <p:sp>
        <p:nvSpPr>
          <p:cNvPr id="4" name="Content Placeholder 3">
            <a:extLst>
              <a:ext uri="{FF2B5EF4-FFF2-40B4-BE49-F238E27FC236}">
                <a16:creationId xmlns:a16="http://schemas.microsoft.com/office/drawing/2014/main" id="{27628A48-8996-E8CB-DBEF-9436694B289E}"/>
              </a:ext>
            </a:extLst>
          </p:cNvPr>
          <p:cNvSpPr>
            <a:spLocks noGrp="1"/>
          </p:cNvSpPr>
          <p:nvPr>
            <p:ph sz="quarter" idx="1"/>
          </p:nvPr>
        </p:nvSpPr>
        <p:spPr>
          <a:xfrm>
            <a:off x="612648" y="1600200"/>
            <a:ext cx="8423848" cy="5257800"/>
          </a:xfrm>
        </p:spPr>
        <p:txBody>
          <a:bodyPr>
            <a:normAutofit fontScale="85000" lnSpcReduction="20000"/>
          </a:bodyPr>
          <a:lstStyle/>
          <a:p>
            <a:pPr marL="514350" indent="-514350">
              <a:buFont typeface="+mj-lt"/>
              <a:buAutoNum type="arabicPeriod"/>
            </a:pPr>
            <a:r>
              <a:rPr lang="en-IE" dirty="0"/>
              <a:t>Read the paper “Design by Contract” by Betrand Meyers. Summarise key findings in 2 slides to present in Week 2 tutorial.</a:t>
            </a:r>
          </a:p>
          <a:p>
            <a:pPr marL="514350" indent="-514350">
              <a:buFont typeface="+mj-lt"/>
              <a:buAutoNum type="arabicPeriod"/>
            </a:pPr>
            <a:r>
              <a:rPr lang="en-IE" dirty="0"/>
              <a:t>Find a paper on the UML. Read and summarise, and prepare 2 slides (max) to present in Week 2.</a:t>
            </a:r>
          </a:p>
          <a:p>
            <a:pPr marL="514350" indent="-514350">
              <a:buFont typeface="+mj-lt"/>
              <a:buAutoNum type="arabicPeriod"/>
            </a:pPr>
            <a:r>
              <a:rPr lang="en-IE" dirty="0"/>
              <a:t>Read the chapter on the Observer Design Patter (DP) in Gamma et al.’s text on Design Patterns: Elements of Reusable Object-Oriented Software (1995).</a:t>
            </a:r>
          </a:p>
          <a:p>
            <a:pPr marL="514350" indent="-514350">
              <a:buFont typeface="+mj-lt"/>
              <a:buAutoNum type="arabicPeriod"/>
            </a:pPr>
            <a:r>
              <a:rPr lang="en-IE" dirty="0"/>
              <a:t>Finish working through the slide deck from Week 1.</a:t>
            </a:r>
          </a:p>
          <a:p>
            <a:pPr marL="514350" indent="-514350">
              <a:buFont typeface="+mj-lt"/>
              <a:buAutoNum type="arabicPeriod"/>
            </a:pPr>
            <a:r>
              <a:rPr lang="en-IE" dirty="0"/>
              <a:t>Answer the following:</a:t>
            </a:r>
          </a:p>
          <a:p>
            <a:pPr lvl="2"/>
            <a:r>
              <a:rPr lang="en-IE" dirty="0"/>
              <a:t>What are the characteristics of good software according to Stephens and Pooley.?</a:t>
            </a:r>
          </a:p>
          <a:p>
            <a:pPr lvl="2"/>
            <a:r>
              <a:rPr lang="en-IE" dirty="0"/>
              <a:t>Write coding fragments to illustrate one of the problems that can arise in an Object-Oriented runtime that does not support dynamic binding.</a:t>
            </a:r>
          </a:p>
          <a:p>
            <a:pPr lvl="2"/>
            <a:r>
              <a:rPr lang="en-IE" dirty="0"/>
              <a:t>Name three metrics that are used to measure quality.</a:t>
            </a:r>
          </a:p>
          <a:p>
            <a:pPr lvl="2"/>
            <a:r>
              <a:rPr lang="en-IE" dirty="0"/>
              <a:t>Discuss one of the contributions by David Parnas.</a:t>
            </a:r>
          </a:p>
          <a:p>
            <a:pPr marL="880110" lvl="1" indent="-514350">
              <a:buFont typeface="+mj-lt"/>
              <a:buAutoNum type="arabicPeriod"/>
            </a:pPr>
            <a:endParaRPr lang="en-IE" dirty="0"/>
          </a:p>
          <a:p>
            <a:pPr lvl="1"/>
            <a:endParaRPr lang="en-IE" dirty="0"/>
          </a:p>
        </p:txBody>
      </p:sp>
    </p:spTree>
    <p:extLst>
      <p:ext uri="{BB962C8B-B14F-4D97-AF65-F5344CB8AC3E}">
        <p14:creationId xmlns:p14="http://schemas.microsoft.com/office/powerpoint/2010/main" val="1925891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28600"/>
            <a:ext cx="8712968" cy="990600"/>
          </a:xfrm>
        </p:spPr>
        <p:txBody>
          <a:bodyPr>
            <a:normAutofit fontScale="90000"/>
          </a:bodyPr>
          <a:lstStyle/>
          <a:p>
            <a:r>
              <a:rPr lang="en-IE" sz="3600" dirty="0"/>
              <a:t>3. Example from Another Engineering Discipline</a:t>
            </a:r>
          </a:p>
        </p:txBody>
      </p:sp>
      <p:sp>
        <p:nvSpPr>
          <p:cNvPr id="3" name="Content Placeholder 2"/>
          <p:cNvSpPr>
            <a:spLocks noGrp="1"/>
          </p:cNvSpPr>
          <p:nvPr>
            <p:ph idx="1"/>
          </p:nvPr>
        </p:nvSpPr>
        <p:spPr/>
        <p:txBody>
          <a:bodyPr/>
          <a:lstStyle/>
          <a:p>
            <a:r>
              <a:rPr lang="en-IE" sz="1800" dirty="0">
                <a:hlinkClick r:id="rId2"/>
              </a:rPr>
              <a:t>http://buildingplan.net/wp-content/uploads/2012/02/Building-Blueprints.jpg</a:t>
            </a:r>
            <a:endParaRPr lang="en-IE" sz="1800" dirty="0"/>
          </a:p>
          <a:p>
            <a:endParaRPr lang="en-IE" sz="1800" dirty="0"/>
          </a:p>
          <a:p>
            <a:endParaRPr lang="en-IE" sz="1800" dirty="0"/>
          </a:p>
        </p:txBody>
      </p:sp>
      <p:sp>
        <p:nvSpPr>
          <p:cNvPr id="4" name="Slide Number Placeholder 3"/>
          <p:cNvSpPr>
            <a:spLocks noGrp="1"/>
          </p:cNvSpPr>
          <p:nvPr>
            <p:ph type="sldNum" sz="quarter" idx="12"/>
          </p:nvPr>
        </p:nvSpPr>
        <p:spPr/>
        <p:txBody>
          <a:bodyPr>
            <a:normAutofit fontScale="85000" lnSpcReduction="20000"/>
          </a:bodyPr>
          <a:lstStyle/>
          <a:p>
            <a:fld id="{4ECFF13E-C658-4156-B9C3-03FAD67A09E6}" type="slidenum">
              <a:rPr lang="en-US" altLang="en-US" smtClean="0"/>
              <a:pPr/>
              <a:t>16</a:t>
            </a:fld>
            <a:endParaRPr lang="en-US" altLang="en-US" dirty="0"/>
          </a:p>
        </p:txBody>
      </p:sp>
      <p:pic>
        <p:nvPicPr>
          <p:cNvPr id="5" name="Picture 4" descr="Building-Blueprints-1.jpg"/>
          <p:cNvPicPr>
            <a:picLocks noChangeAspect="1"/>
          </p:cNvPicPr>
          <p:nvPr/>
        </p:nvPicPr>
        <p:blipFill>
          <a:blip r:embed="rId3" cstate="print"/>
          <a:stretch>
            <a:fillRect/>
          </a:stretch>
        </p:blipFill>
        <p:spPr>
          <a:xfrm>
            <a:off x="1907704" y="2132856"/>
            <a:ext cx="5095875" cy="3695700"/>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28600"/>
            <a:ext cx="8928992" cy="990600"/>
          </a:xfrm>
        </p:spPr>
        <p:txBody>
          <a:bodyPr>
            <a:normAutofit/>
          </a:bodyPr>
          <a:lstStyle/>
          <a:p>
            <a:r>
              <a:rPr lang="en-IE" sz="3600" dirty="0"/>
              <a:t>3. Example from Another Engineering Discipline</a:t>
            </a:r>
          </a:p>
        </p:txBody>
      </p:sp>
      <p:sp>
        <p:nvSpPr>
          <p:cNvPr id="3" name="Content Placeholder 2"/>
          <p:cNvSpPr>
            <a:spLocks noGrp="1"/>
          </p:cNvSpPr>
          <p:nvPr>
            <p:ph idx="1"/>
          </p:nvPr>
        </p:nvSpPr>
        <p:spPr/>
        <p:txBody>
          <a:bodyPr/>
          <a:lstStyle/>
          <a:p>
            <a:r>
              <a:rPr lang="en-IE" sz="1600" dirty="0"/>
              <a:t>http://alphatech.sg/wp-content/uploads/2011/01/Building-with-blueprints.jpg</a:t>
            </a:r>
          </a:p>
        </p:txBody>
      </p:sp>
      <p:sp>
        <p:nvSpPr>
          <p:cNvPr id="4" name="Slide Number Placeholder 3"/>
          <p:cNvSpPr>
            <a:spLocks noGrp="1"/>
          </p:cNvSpPr>
          <p:nvPr>
            <p:ph type="sldNum" sz="quarter" idx="12"/>
          </p:nvPr>
        </p:nvSpPr>
        <p:spPr/>
        <p:txBody>
          <a:bodyPr>
            <a:normAutofit fontScale="85000" lnSpcReduction="20000"/>
          </a:bodyPr>
          <a:lstStyle/>
          <a:p>
            <a:fld id="{4ECFF13E-C658-4156-B9C3-03FAD67A09E6}" type="slidenum">
              <a:rPr lang="en-US" altLang="en-US" smtClean="0"/>
              <a:pPr/>
              <a:t>17</a:t>
            </a:fld>
            <a:endParaRPr lang="en-US" altLang="en-US" dirty="0"/>
          </a:p>
        </p:txBody>
      </p:sp>
      <p:pic>
        <p:nvPicPr>
          <p:cNvPr id="5" name="Picture 4" descr="Building-Blueprints-2.jpg"/>
          <p:cNvPicPr>
            <a:picLocks noChangeAspect="1"/>
          </p:cNvPicPr>
          <p:nvPr/>
        </p:nvPicPr>
        <p:blipFill>
          <a:blip r:embed="rId2" cstate="print"/>
          <a:stretch>
            <a:fillRect/>
          </a:stretch>
        </p:blipFill>
        <p:spPr>
          <a:xfrm>
            <a:off x="2771800" y="2060847"/>
            <a:ext cx="3528392" cy="4695579"/>
          </a:xfrm>
          <a:prstGeom prst="rect">
            <a:avLst/>
          </a:prstGeom>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3. Example</a:t>
            </a:r>
          </a:p>
        </p:txBody>
      </p:sp>
      <p:sp>
        <p:nvSpPr>
          <p:cNvPr id="3" name="Content Placeholder 2"/>
          <p:cNvSpPr>
            <a:spLocks noGrp="1"/>
          </p:cNvSpPr>
          <p:nvPr>
            <p:ph idx="1"/>
          </p:nvPr>
        </p:nvSpPr>
        <p:spPr>
          <a:xfrm>
            <a:off x="457200" y="1600200"/>
            <a:ext cx="3322712" cy="4530725"/>
          </a:xfrm>
        </p:spPr>
        <p:txBody>
          <a:bodyPr/>
          <a:lstStyle/>
          <a:p>
            <a:r>
              <a:rPr lang="en-IE" dirty="0"/>
              <a:t>Sample project excerpt using the Unified Modelling Language (UML) design notation.</a:t>
            </a:r>
          </a:p>
          <a:p>
            <a:endParaRPr lang="en-IE" dirty="0"/>
          </a:p>
        </p:txBody>
      </p:sp>
      <p:sp>
        <p:nvSpPr>
          <p:cNvPr id="4" name="Slide Number Placeholder 3"/>
          <p:cNvSpPr>
            <a:spLocks noGrp="1"/>
          </p:cNvSpPr>
          <p:nvPr>
            <p:ph type="sldNum" sz="quarter" idx="12"/>
          </p:nvPr>
        </p:nvSpPr>
        <p:spPr/>
        <p:txBody>
          <a:bodyPr>
            <a:normAutofit fontScale="85000" lnSpcReduction="20000"/>
          </a:bodyPr>
          <a:lstStyle/>
          <a:p>
            <a:fld id="{4ECFF13E-C658-4156-B9C3-03FAD67A09E6}" type="slidenum">
              <a:rPr lang="en-US" altLang="en-US" smtClean="0"/>
              <a:pPr/>
              <a:t>18</a:t>
            </a:fld>
            <a:endParaRPr lang="en-US" altLang="en-US" dirty="0"/>
          </a:p>
        </p:txBody>
      </p:sp>
      <p:pic>
        <p:nvPicPr>
          <p:cNvPr id="6" name="Picture 5" descr="DesignTimeClass_final.png"/>
          <p:cNvPicPr>
            <a:picLocks noChangeAspect="1"/>
          </p:cNvPicPr>
          <p:nvPr/>
        </p:nvPicPr>
        <p:blipFill>
          <a:blip r:embed="rId2" cstate="print"/>
          <a:stretch>
            <a:fillRect/>
          </a:stretch>
        </p:blipFill>
        <p:spPr>
          <a:xfrm>
            <a:off x="4067944" y="116632"/>
            <a:ext cx="4896544" cy="6504325"/>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3. Benefits of a Design Notation</a:t>
            </a:r>
          </a:p>
        </p:txBody>
      </p:sp>
      <p:sp>
        <p:nvSpPr>
          <p:cNvPr id="3" name="Slide Number Placeholder 2"/>
          <p:cNvSpPr>
            <a:spLocks noGrp="1"/>
          </p:cNvSpPr>
          <p:nvPr>
            <p:ph type="sldNum" sz="quarter" idx="12"/>
          </p:nvPr>
        </p:nvSpPr>
        <p:spPr/>
        <p:txBody>
          <a:bodyPr>
            <a:normAutofit fontScale="85000" lnSpcReduction="20000"/>
          </a:bodyPr>
          <a:lstStyle/>
          <a:p>
            <a:pPr>
              <a:defRPr/>
            </a:pPr>
            <a:fld id="{73F4E989-F763-4004-9F33-B18218F0D50C}" type="slidenum">
              <a:rPr lang="en-US" altLang="en-US" smtClean="0"/>
              <a:pPr>
                <a:defRPr/>
              </a:pPr>
              <a:t>19</a:t>
            </a:fld>
            <a:endParaRPr lang="en-US" altLang="en-US" dirty="0"/>
          </a:p>
        </p:txBody>
      </p:sp>
      <p:sp>
        <p:nvSpPr>
          <p:cNvPr id="4" name="Content Placeholder 3"/>
          <p:cNvSpPr>
            <a:spLocks noGrp="1"/>
          </p:cNvSpPr>
          <p:nvPr>
            <p:ph sz="quarter" idx="1"/>
          </p:nvPr>
        </p:nvSpPr>
        <p:spPr>
          <a:xfrm>
            <a:off x="612648" y="1600200"/>
            <a:ext cx="8153400" cy="5069160"/>
          </a:xfrm>
        </p:spPr>
        <p:txBody>
          <a:bodyPr>
            <a:normAutofit fontScale="85000" lnSpcReduction="20000"/>
          </a:bodyPr>
          <a:lstStyle/>
          <a:p>
            <a:r>
              <a:rPr lang="en-IE" dirty="0"/>
              <a:t>Allows us to </a:t>
            </a:r>
            <a:r>
              <a:rPr lang="en-IE" b="1" dirty="0">
                <a:solidFill>
                  <a:srgbClr val="C00000"/>
                </a:solidFill>
              </a:rPr>
              <a:t>reason</a:t>
            </a:r>
            <a:r>
              <a:rPr lang="en-IE" dirty="0"/>
              <a:t> about the problem </a:t>
            </a:r>
          </a:p>
          <a:p>
            <a:r>
              <a:rPr lang="en-IE" dirty="0"/>
              <a:t>Facilitates </a:t>
            </a:r>
            <a:r>
              <a:rPr lang="en-IE" b="1" dirty="0">
                <a:solidFill>
                  <a:srgbClr val="C00000"/>
                </a:solidFill>
              </a:rPr>
              <a:t>exploration</a:t>
            </a:r>
            <a:r>
              <a:rPr lang="en-IE" dirty="0"/>
              <a:t> of the </a:t>
            </a:r>
            <a:r>
              <a:rPr lang="en-IE" b="1" dirty="0">
                <a:solidFill>
                  <a:srgbClr val="C00000"/>
                </a:solidFill>
              </a:rPr>
              <a:t>solution space</a:t>
            </a:r>
          </a:p>
          <a:p>
            <a:r>
              <a:rPr lang="en-IE" dirty="0"/>
              <a:t>Graphical-based notations have added benefit: a picture conveys a thousand words.</a:t>
            </a:r>
          </a:p>
          <a:p>
            <a:r>
              <a:rPr lang="en-IE" dirty="0"/>
              <a:t>Supports </a:t>
            </a:r>
            <a:r>
              <a:rPr lang="en-IE" b="1" dirty="0">
                <a:solidFill>
                  <a:srgbClr val="C00000"/>
                </a:solidFill>
              </a:rPr>
              <a:t>communication</a:t>
            </a:r>
            <a:r>
              <a:rPr lang="en-IE" dirty="0"/>
              <a:t> amongst globally distributed multi-disciplined development teams</a:t>
            </a:r>
          </a:p>
          <a:p>
            <a:r>
              <a:rPr lang="en-IE" dirty="0"/>
              <a:t>Helps to manage product </a:t>
            </a:r>
            <a:r>
              <a:rPr lang="en-IE" b="1" dirty="0">
                <a:solidFill>
                  <a:srgbClr val="C00000"/>
                </a:solidFill>
              </a:rPr>
              <a:t>complexity</a:t>
            </a:r>
          </a:p>
          <a:p>
            <a:r>
              <a:rPr lang="en-IE" dirty="0"/>
              <a:t>We can stress </a:t>
            </a:r>
            <a:r>
              <a:rPr lang="en-IE" b="1" dirty="0">
                <a:solidFill>
                  <a:srgbClr val="C00000"/>
                </a:solidFill>
              </a:rPr>
              <a:t>test</a:t>
            </a:r>
            <a:r>
              <a:rPr lang="en-IE" dirty="0"/>
              <a:t> the design prior to construction</a:t>
            </a:r>
          </a:p>
          <a:p>
            <a:pPr lvl="1"/>
            <a:r>
              <a:rPr lang="en-IE" dirty="0"/>
              <a:t>Fixing bugs in the design phase is cheaper than correcting them post release  </a:t>
            </a:r>
          </a:p>
          <a:p>
            <a:r>
              <a:rPr lang="en-IE" dirty="0"/>
              <a:t>Other more </a:t>
            </a:r>
            <a:r>
              <a:rPr lang="en-IE" b="1" dirty="0">
                <a:solidFill>
                  <a:srgbClr val="C00000"/>
                </a:solidFill>
              </a:rPr>
              <a:t>mature engineering disciplines use design </a:t>
            </a:r>
            <a:r>
              <a:rPr lang="en-IE" dirty="0"/>
              <a:t>to move from artesian approach to factory level automated production methods</a:t>
            </a:r>
          </a:p>
          <a:p>
            <a:pPr lvl="1"/>
            <a:r>
              <a:rPr lang="en-IE" b="1" dirty="0">
                <a:solidFill>
                  <a:srgbClr val="0070C0"/>
                </a:solidFill>
              </a:rPr>
              <a:t>Pre versus post industrial revolution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3. Liabilities of a Design Notation</a:t>
            </a:r>
          </a:p>
        </p:txBody>
      </p:sp>
      <p:sp>
        <p:nvSpPr>
          <p:cNvPr id="3" name="Slide Number Placeholder 2"/>
          <p:cNvSpPr>
            <a:spLocks noGrp="1"/>
          </p:cNvSpPr>
          <p:nvPr>
            <p:ph type="sldNum" sz="quarter" idx="12"/>
          </p:nvPr>
        </p:nvSpPr>
        <p:spPr/>
        <p:txBody>
          <a:bodyPr>
            <a:normAutofit fontScale="85000" lnSpcReduction="20000"/>
          </a:bodyPr>
          <a:lstStyle/>
          <a:p>
            <a:pPr>
              <a:defRPr/>
            </a:pPr>
            <a:fld id="{73F4E989-F763-4004-9F33-B18218F0D50C}" type="slidenum">
              <a:rPr lang="en-US" altLang="en-US" smtClean="0"/>
              <a:pPr>
                <a:defRPr/>
              </a:pPr>
              <a:t>20</a:t>
            </a:fld>
            <a:endParaRPr lang="en-US" altLang="en-US" dirty="0"/>
          </a:p>
        </p:txBody>
      </p:sp>
      <p:sp>
        <p:nvSpPr>
          <p:cNvPr id="4" name="Content Placeholder 3"/>
          <p:cNvSpPr>
            <a:spLocks noGrp="1"/>
          </p:cNvSpPr>
          <p:nvPr>
            <p:ph sz="quarter" idx="1"/>
          </p:nvPr>
        </p:nvSpPr>
        <p:spPr/>
        <p:txBody>
          <a:bodyPr>
            <a:normAutofit lnSpcReduction="10000"/>
          </a:bodyPr>
          <a:lstStyle/>
          <a:p>
            <a:r>
              <a:rPr lang="en-IE" dirty="0"/>
              <a:t>What are the attributes of a good design </a:t>
            </a:r>
            <a:r>
              <a:rPr lang="en-IE" b="1" dirty="0">
                <a:solidFill>
                  <a:srgbClr val="C00000"/>
                </a:solidFill>
              </a:rPr>
              <a:t>notation</a:t>
            </a:r>
            <a:r>
              <a:rPr lang="en-IE" dirty="0"/>
              <a:t>?</a:t>
            </a:r>
          </a:p>
          <a:p>
            <a:r>
              <a:rPr lang="en-IE" dirty="0"/>
              <a:t>Cost associated with </a:t>
            </a:r>
            <a:r>
              <a:rPr lang="en-IE" b="1" dirty="0">
                <a:solidFill>
                  <a:srgbClr val="C00000"/>
                </a:solidFill>
              </a:rPr>
              <a:t>learning</a:t>
            </a:r>
            <a:r>
              <a:rPr lang="en-IE" dirty="0"/>
              <a:t> design notation</a:t>
            </a:r>
          </a:p>
          <a:p>
            <a:r>
              <a:rPr lang="en-IE" dirty="0"/>
              <a:t>Cost associated with </a:t>
            </a:r>
            <a:r>
              <a:rPr lang="en-IE" b="1" dirty="0">
                <a:solidFill>
                  <a:srgbClr val="C00000"/>
                </a:solidFill>
              </a:rPr>
              <a:t>producing</a:t>
            </a:r>
            <a:r>
              <a:rPr lang="en-IE" dirty="0"/>
              <a:t> designs</a:t>
            </a:r>
          </a:p>
          <a:p>
            <a:r>
              <a:rPr lang="en-IE" dirty="0"/>
              <a:t>Cost associated with </a:t>
            </a:r>
            <a:r>
              <a:rPr lang="en-IE" b="1" dirty="0">
                <a:solidFill>
                  <a:srgbClr val="C00000"/>
                </a:solidFill>
              </a:rPr>
              <a:t>maintaining</a:t>
            </a:r>
            <a:r>
              <a:rPr lang="en-IE" dirty="0"/>
              <a:t> designs</a:t>
            </a:r>
          </a:p>
          <a:p>
            <a:r>
              <a:rPr lang="en-IE" dirty="0"/>
              <a:t>Managers get rewarded for efficient production of code, not design.</a:t>
            </a:r>
          </a:p>
          <a:p>
            <a:r>
              <a:rPr lang="en-IE" dirty="0"/>
              <a:t>Development approaches based on </a:t>
            </a:r>
            <a:r>
              <a:rPr lang="en-IE" b="1" dirty="0">
                <a:solidFill>
                  <a:srgbClr val="C00000"/>
                </a:solidFill>
              </a:rPr>
              <a:t>Agile Manifesto </a:t>
            </a:r>
            <a:r>
              <a:rPr lang="en-IE" dirty="0"/>
              <a:t>dislike UML in its entirety</a:t>
            </a:r>
          </a:p>
          <a:p>
            <a:pPr lvl="1"/>
            <a:r>
              <a:rPr lang="en-IE" dirty="0"/>
              <a:t>Not entirely so.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3. Please Remember</a:t>
            </a:r>
          </a:p>
        </p:txBody>
      </p:sp>
      <p:sp>
        <p:nvSpPr>
          <p:cNvPr id="3" name="Slide Number Placeholder 2"/>
          <p:cNvSpPr>
            <a:spLocks noGrp="1"/>
          </p:cNvSpPr>
          <p:nvPr>
            <p:ph type="sldNum" sz="quarter" idx="12"/>
          </p:nvPr>
        </p:nvSpPr>
        <p:spPr/>
        <p:txBody>
          <a:bodyPr>
            <a:normAutofit fontScale="85000" lnSpcReduction="20000"/>
          </a:bodyPr>
          <a:lstStyle/>
          <a:p>
            <a:pPr>
              <a:defRPr/>
            </a:pPr>
            <a:fld id="{73F4E989-F763-4004-9F33-B18218F0D50C}" type="slidenum">
              <a:rPr lang="en-US" altLang="en-US" smtClean="0"/>
              <a:pPr>
                <a:defRPr/>
              </a:pPr>
              <a:t>21</a:t>
            </a:fld>
            <a:endParaRPr lang="en-US" altLang="en-US" dirty="0"/>
          </a:p>
        </p:txBody>
      </p:sp>
      <p:graphicFrame>
        <p:nvGraphicFramePr>
          <p:cNvPr id="6" name="Content Placeholder 3">
            <a:extLst>
              <a:ext uri="{FF2B5EF4-FFF2-40B4-BE49-F238E27FC236}">
                <a16:creationId xmlns:a16="http://schemas.microsoft.com/office/drawing/2014/main" id="{E6CA83E9-AB38-C4F8-06CD-0F82BDDA4C2B}"/>
              </a:ext>
            </a:extLst>
          </p:cNvPr>
          <p:cNvGraphicFramePr>
            <a:graphicFrameLocks noGrp="1"/>
          </p:cNvGraphicFramePr>
          <p:nvPr>
            <p:ph sz="quarter" idx="1"/>
          </p:nvPr>
        </p:nvGraphicFramePr>
        <p:xfrm>
          <a:off x="612648" y="1600200"/>
          <a:ext cx="8153400" cy="449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5656" y="228600"/>
            <a:ext cx="7290392" cy="990600"/>
          </a:xfrm>
        </p:spPr>
        <p:txBody>
          <a:bodyPr/>
          <a:lstStyle/>
          <a:p>
            <a:r>
              <a:rPr lang="en-IE" dirty="0"/>
              <a:t>	</a:t>
            </a:r>
            <a:r>
              <a:rPr lang="en-IE" dirty="0">
                <a:solidFill>
                  <a:schemeClr val="accent1">
                    <a:lumMod val="50000"/>
                  </a:schemeClr>
                </a:solidFill>
                <a:effectLst>
                  <a:outerShdw blurRad="38100" dist="38100" dir="2700000" algn="tl">
                    <a:srgbClr val="000000">
                      <a:alpha val="43137"/>
                    </a:srgbClr>
                  </a:outerShdw>
                </a:effectLst>
              </a:rPr>
              <a:t>Next</a:t>
            </a:r>
          </a:p>
        </p:txBody>
      </p:sp>
      <p:graphicFrame>
        <p:nvGraphicFramePr>
          <p:cNvPr id="7" name="Content Placeholder 2">
            <a:extLst>
              <a:ext uri="{FF2B5EF4-FFF2-40B4-BE49-F238E27FC236}">
                <a16:creationId xmlns:a16="http://schemas.microsoft.com/office/drawing/2014/main" id="{DB0F7C8E-71CE-F6FE-8F9C-CFC027AEF619}"/>
              </a:ext>
            </a:extLst>
          </p:cNvPr>
          <p:cNvGraphicFramePr>
            <a:graphicFrameLocks noGrp="1"/>
          </p:cNvGraphicFramePr>
          <p:nvPr>
            <p:ph sz="quarter" idx="1"/>
          </p:nvPr>
        </p:nvGraphicFramePr>
        <p:xfrm>
          <a:off x="107504" y="1628800"/>
          <a:ext cx="576064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12"/>
          </p:nvPr>
        </p:nvSpPr>
        <p:spPr/>
        <p:txBody>
          <a:bodyPr>
            <a:normAutofit fontScale="85000" lnSpcReduction="20000"/>
          </a:bodyPr>
          <a:lstStyle/>
          <a:p>
            <a:pPr>
              <a:defRPr/>
            </a:pPr>
            <a:fld id="{73F4E989-F763-4004-9F33-B18218F0D50C}" type="slidenum">
              <a:rPr lang="en-US" altLang="en-US" smtClean="0"/>
              <a:pPr>
                <a:defRPr/>
              </a:pPr>
              <a:t>22</a:t>
            </a:fld>
            <a:endParaRPr lang="en-US" altLang="en-US" dirty="0"/>
          </a:p>
        </p:txBody>
      </p:sp>
      <p:pic>
        <p:nvPicPr>
          <p:cNvPr id="4" name="Picture 3" descr="4488372951_d68d2f0d28_z.jp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724128" y="3573016"/>
            <a:ext cx="2881312" cy="222408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4. Good Software is ......</a:t>
            </a:r>
          </a:p>
        </p:txBody>
      </p:sp>
      <p:sp>
        <p:nvSpPr>
          <p:cNvPr id="3" name="Slide Number Placeholder 2"/>
          <p:cNvSpPr>
            <a:spLocks noGrp="1"/>
          </p:cNvSpPr>
          <p:nvPr>
            <p:ph type="sldNum" sz="quarter" idx="12"/>
          </p:nvPr>
        </p:nvSpPr>
        <p:spPr/>
        <p:txBody>
          <a:bodyPr>
            <a:normAutofit fontScale="85000" lnSpcReduction="20000"/>
          </a:bodyPr>
          <a:lstStyle/>
          <a:p>
            <a:pPr>
              <a:defRPr/>
            </a:pPr>
            <a:fld id="{73F4E989-F763-4004-9F33-B18218F0D50C}" type="slidenum">
              <a:rPr lang="en-US" altLang="en-US" smtClean="0"/>
              <a:pPr>
                <a:defRPr/>
              </a:pPr>
              <a:t>23</a:t>
            </a:fld>
            <a:endParaRPr lang="en-US" altLang="en-US" dirty="0"/>
          </a:p>
        </p:txBody>
      </p:sp>
      <p:sp>
        <p:nvSpPr>
          <p:cNvPr id="4" name="Content Placeholder 3"/>
          <p:cNvSpPr>
            <a:spLocks noGrp="1"/>
          </p:cNvSpPr>
          <p:nvPr>
            <p:ph sz="quarter" idx="1"/>
          </p:nvPr>
        </p:nvSpPr>
        <p:spPr>
          <a:xfrm>
            <a:off x="612648" y="1600200"/>
            <a:ext cx="8153400" cy="4997152"/>
          </a:xfrm>
        </p:spPr>
        <p:txBody>
          <a:bodyPr>
            <a:normAutofit/>
          </a:bodyPr>
          <a:lstStyle/>
          <a:p>
            <a:r>
              <a:rPr lang="en-IE" dirty="0"/>
              <a:t>Good systems should be usable, reliable (bug free), affordable, flexible, and available.</a:t>
            </a:r>
          </a:p>
          <a:p>
            <a:pPr lvl="1"/>
            <a:r>
              <a:rPr lang="en-IE" dirty="0"/>
              <a:t>These are quality attributes that are not specific to software.</a:t>
            </a:r>
          </a:p>
          <a:p>
            <a:r>
              <a:rPr lang="en-IE" dirty="0"/>
              <a:t>Maintenance consumes 50-70% of budgetary resources in software lifecycle</a:t>
            </a:r>
          </a:p>
          <a:p>
            <a:r>
              <a:rPr lang="en-IE" dirty="0"/>
              <a:t>50% of costs of maintenance associated with comprehension</a:t>
            </a:r>
          </a:p>
          <a:p>
            <a:pPr lvl="1"/>
            <a:r>
              <a:rPr lang="en-IE" dirty="0"/>
              <a:t>Diagram support might reduce cost of comprehension!</a:t>
            </a:r>
          </a:p>
          <a:p>
            <a:endParaRPr lang="en-IE"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GB" dirty="0"/>
              <a:t>4. Good Software: Modules</a:t>
            </a:r>
          </a:p>
        </p:txBody>
      </p:sp>
      <p:sp>
        <p:nvSpPr>
          <p:cNvPr id="30723" name="Rectangle 3"/>
          <p:cNvSpPr>
            <a:spLocks noGrp="1" noChangeArrowheads="1"/>
          </p:cNvSpPr>
          <p:nvPr>
            <p:ph idx="1"/>
          </p:nvPr>
        </p:nvSpPr>
        <p:spPr>
          <a:xfrm>
            <a:off x="323528" y="4653136"/>
            <a:ext cx="8640960" cy="2204864"/>
          </a:xfrm>
        </p:spPr>
        <p:txBody>
          <a:bodyPr>
            <a:normAutofit fontScale="92500" lnSpcReduction="20000"/>
          </a:bodyPr>
          <a:lstStyle/>
          <a:p>
            <a:pPr>
              <a:lnSpc>
                <a:spcPct val="90000"/>
              </a:lnSpc>
              <a:buFont typeface="Wingdings" pitchFamily="2" charset="2"/>
              <a:buNone/>
            </a:pPr>
            <a:r>
              <a:rPr lang="en-GB" sz="2000" b="1" i="1" dirty="0"/>
              <a:t>Good Systems Consist of Modules</a:t>
            </a:r>
          </a:p>
          <a:p>
            <a:pPr>
              <a:lnSpc>
                <a:spcPct val="90000"/>
              </a:lnSpc>
            </a:pPr>
            <a:r>
              <a:rPr lang="en-GB" sz="2000" dirty="0"/>
              <a:t>David Parnas advocated </a:t>
            </a:r>
            <a:r>
              <a:rPr lang="en-GB" sz="2000" u="sng" dirty="0"/>
              <a:t>modular decomposition </a:t>
            </a:r>
            <a:r>
              <a:rPr lang="en-GB" sz="2000" dirty="0"/>
              <a:t>as far back as the early 1970s.</a:t>
            </a:r>
          </a:p>
          <a:p>
            <a:pPr>
              <a:lnSpc>
                <a:spcPct val="90000"/>
              </a:lnSpc>
            </a:pPr>
            <a:r>
              <a:rPr lang="en-GB" sz="2000" dirty="0"/>
              <a:t>A system is a collection of modules: files, subroutines, library functions, classes in an object oriented language, other constructs known as module or similar, independent or semi-independent programs or subsystems.</a:t>
            </a:r>
          </a:p>
          <a:p>
            <a:pPr lvl="1">
              <a:lnSpc>
                <a:spcPct val="90000"/>
              </a:lnSpc>
            </a:pPr>
            <a:r>
              <a:rPr lang="en-GB" sz="1700" dirty="0"/>
              <a:t>What characteristics can be used to guide the decomposition process?</a:t>
            </a:r>
          </a:p>
          <a:p>
            <a:pPr lvl="1">
              <a:lnSpc>
                <a:spcPct val="90000"/>
              </a:lnSpc>
            </a:pPr>
            <a:r>
              <a:rPr lang="en-GB" sz="1700" dirty="0"/>
              <a:t>Metrics: can these characteristics be measured?</a:t>
            </a:r>
          </a:p>
          <a:p>
            <a:pPr lvl="1">
              <a:lnSpc>
                <a:spcPct val="90000"/>
              </a:lnSpc>
            </a:pPr>
            <a:r>
              <a:rPr lang="en-GB" sz="1700" dirty="0"/>
              <a:t>See MQ – Modularisation Quantity </a:t>
            </a:r>
          </a:p>
        </p:txBody>
      </p:sp>
      <p:sp>
        <p:nvSpPr>
          <p:cNvPr id="4" name="Slide Number Placeholder 5"/>
          <p:cNvSpPr>
            <a:spLocks noGrp="1"/>
          </p:cNvSpPr>
          <p:nvPr>
            <p:ph type="sldNum" sz="quarter" idx="12"/>
          </p:nvPr>
        </p:nvSpPr>
        <p:spPr/>
        <p:txBody>
          <a:bodyPr>
            <a:normAutofit fontScale="85000" lnSpcReduction="20000"/>
          </a:bodyPr>
          <a:lstStyle/>
          <a:p>
            <a:fld id="{EA938B8B-607F-40F9-AA19-5D4F658AA6BF}" type="slidenum">
              <a:rPr lang="en-GB"/>
              <a:pPr/>
              <a:t>24</a:t>
            </a:fld>
            <a:endParaRPr lang="en-GB" dirty="0"/>
          </a:p>
        </p:txBody>
      </p:sp>
      <p:pic>
        <p:nvPicPr>
          <p:cNvPr id="5" name="Picture 4" descr="decomposition.gif"/>
          <p:cNvPicPr>
            <a:picLocks noChangeAspect="1"/>
          </p:cNvPicPr>
          <p:nvPr/>
        </p:nvPicPr>
        <p:blipFill>
          <a:blip r:embed="rId2" cstate="print"/>
          <a:stretch>
            <a:fillRect/>
          </a:stretch>
        </p:blipFill>
        <p:spPr>
          <a:xfrm>
            <a:off x="2483768" y="1484784"/>
            <a:ext cx="4333875" cy="2571750"/>
          </a:xfrm>
          <a:prstGeom prst="rect">
            <a:avLst/>
          </a:prstGeom>
        </p:spPr>
      </p:pic>
      <p:sp>
        <p:nvSpPr>
          <p:cNvPr id="6" name="TextBox 5"/>
          <p:cNvSpPr txBox="1"/>
          <p:nvPr/>
        </p:nvSpPr>
        <p:spPr>
          <a:xfrm>
            <a:off x="1331640" y="4077072"/>
            <a:ext cx="5832046" cy="523220"/>
          </a:xfrm>
          <a:prstGeom prst="rect">
            <a:avLst/>
          </a:prstGeom>
          <a:noFill/>
        </p:spPr>
        <p:txBody>
          <a:bodyPr wrap="none" rtlCol="0">
            <a:spAutoFit/>
          </a:bodyPr>
          <a:lstStyle/>
          <a:p>
            <a:pPr algn="ctr"/>
            <a:r>
              <a:rPr lang="en-IE" sz="1400" b="1" dirty="0"/>
              <a:t>Figure.</a:t>
            </a:r>
            <a:r>
              <a:rPr lang="en-IE" sz="1400" dirty="0"/>
              <a:t> An example of modular decomposition for the …. Lotto.; </a:t>
            </a:r>
          </a:p>
          <a:p>
            <a:pPr algn="ctr"/>
            <a:r>
              <a:rPr lang="en-IE" sz="1400" dirty="0"/>
              <a:t>(https://courses.cs.vt.edu/~csonline/SE/Lessons/Procedural/index.html)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GB" dirty="0"/>
              <a:t>4. Good Software: Dependency</a:t>
            </a:r>
          </a:p>
        </p:txBody>
      </p:sp>
      <p:sp>
        <p:nvSpPr>
          <p:cNvPr id="31747" name="Rectangle 3"/>
          <p:cNvSpPr>
            <a:spLocks noGrp="1" noChangeArrowheads="1"/>
          </p:cNvSpPr>
          <p:nvPr>
            <p:ph idx="1"/>
          </p:nvPr>
        </p:nvSpPr>
        <p:spPr>
          <a:xfrm>
            <a:off x="251520" y="1600200"/>
            <a:ext cx="8712968" cy="5257800"/>
          </a:xfrm>
        </p:spPr>
        <p:txBody>
          <a:bodyPr>
            <a:normAutofit/>
          </a:bodyPr>
          <a:lstStyle/>
          <a:p>
            <a:pPr>
              <a:lnSpc>
                <a:spcPct val="80000"/>
              </a:lnSpc>
              <a:buNone/>
            </a:pPr>
            <a:r>
              <a:rPr lang="en-GB" sz="2000" dirty="0"/>
              <a:t>Good modules: must consider dependency, coupling, cohesion, interface, encapsulation and abstraction.</a:t>
            </a:r>
          </a:p>
          <a:p>
            <a:pPr>
              <a:lnSpc>
                <a:spcPct val="80000"/>
              </a:lnSpc>
              <a:buFont typeface="Wingdings" pitchFamily="2" charset="2"/>
              <a:buNone/>
            </a:pPr>
            <a:endParaRPr lang="en-GB" sz="800" b="1" i="1" dirty="0"/>
          </a:p>
          <a:p>
            <a:pPr>
              <a:lnSpc>
                <a:spcPct val="80000"/>
              </a:lnSpc>
              <a:buFont typeface="Wingdings" pitchFamily="2" charset="2"/>
              <a:buNone/>
            </a:pPr>
            <a:r>
              <a:rPr lang="en-GB" sz="2800" b="1" i="1" dirty="0">
                <a:solidFill>
                  <a:srgbClr val="0000FF"/>
                </a:solidFill>
                <a:effectLst>
                  <a:outerShdw blurRad="38100" dist="38100" dir="2700000" algn="tl">
                    <a:srgbClr val="000000">
                      <a:alpha val="43137"/>
                    </a:srgbClr>
                  </a:outerShdw>
                </a:effectLst>
              </a:rPr>
              <a:t>Good Systems Have Minimal Dependency/Coupling</a:t>
            </a:r>
          </a:p>
          <a:p>
            <a:pPr>
              <a:lnSpc>
                <a:spcPct val="80000"/>
              </a:lnSpc>
              <a:buFont typeface="Wingdings" pitchFamily="2" charset="2"/>
              <a:buNone/>
            </a:pPr>
            <a:endParaRPr lang="en-GB" sz="1100" b="1" i="1" dirty="0"/>
          </a:p>
          <a:p>
            <a:pPr>
              <a:lnSpc>
                <a:spcPct val="80000"/>
              </a:lnSpc>
            </a:pPr>
            <a:r>
              <a:rPr lang="en-GB" sz="2400" dirty="0"/>
              <a:t>Module A depends on Module B if it possible for some change to Module B to require modifications to Module A. Module A is a client of Module B, or that Module B acts as a server to Module A.</a:t>
            </a:r>
          </a:p>
          <a:p>
            <a:pPr>
              <a:lnSpc>
                <a:spcPct val="80000"/>
              </a:lnSpc>
              <a:buFont typeface="Wingdings" pitchFamily="2" charset="2"/>
              <a:buNone/>
            </a:pPr>
            <a:endParaRPr lang="en-GB" sz="800" dirty="0"/>
          </a:p>
          <a:p>
            <a:pPr>
              <a:lnSpc>
                <a:spcPct val="80000"/>
              </a:lnSpc>
            </a:pPr>
            <a:r>
              <a:rPr lang="en-GB" sz="2000" dirty="0"/>
              <a:t>Circular dependency: two modules are both clients and servers to each other. To be avoided.</a:t>
            </a:r>
          </a:p>
          <a:p>
            <a:pPr>
              <a:lnSpc>
                <a:spcPct val="80000"/>
              </a:lnSpc>
            </a:pPr>
            <a:r>
              <a:rPr lang="en-GB" sz="2000" dirty="0"/>
              <a:t>Good systems have low coupling, and thus, changes in one part of the system do not propagate throughout the rest of the system.</a:t>
            </a:r>
          </a:p>
          <a:p>
            <a:pPr>
              <a:lnSpc>
                <a:spcPct val="80000"/>
              </a:lnSpc>
            </a:pPr>
            <a:r>
              <a:rPr lang="en-GB" sz="2000" dirty="0"/>
              <a:t>Must identify which modules are coupled.</a:t>
            </a:r>
          </a:p>
          <a:p>
            <a:pPr>
              <a:lnSpc>
                <a:spcPct val="80000"/>
              </a:lnSpc>
            </a:pPr>
            <a:r>
              <a:rPr lang="en-GB" sz="2000" dirty="0"/>
              <a:t>Two types of facts that may be useful:</a:t>
            </a:r>
          </a:p>
          <a:p>
            <a:pPr lvl="1">
              <a:lnSpc>
                <a:spcPct val="80000"/>
              </a:lnSpc>
            </a:pPr>
            <a:r>
              <a:rPr lang="en-GB" sz="2000" dirty="0"/>
              <a:t>Which modules are clients of a given module?</a:t>
            </a:r>
          </a:p>
          <a:p>
            <a:pPr lvl="1">
              <a:lnSpc>
                <a:spcPct val="80000"/>
              </a:lnSpc>
            </a:pPr>
            <a:r>
              <a:rPr lang="en-GB" sz="2000" dirty="0"/>
              <a:t>What assumptions may clients of a given module make about it?</a:t>
            </a:r>
          </a:p>
        </p:txBody>
      </p:sp>
      <p:sp>
        <p:nvSpPr>
          <p:cNvPr id="4" name="Slide Number Placeholder 5"/>
          <p:cNvSpPr>
            <a:spLocks noGrp="1"/>
          </p:cNvSpPr>
          <p:nvPr>
            <p:ph type="sldNum" sz="quarter" idx="12"/>
          </p:nvPr>
        </p:nvSpPr>
        <p:spPr/>
        <p:txBody>
          <a:bodyPr>
            <a:normAutofit fontScale="85000" lnSpcReduction="20000"/>
          </a:bodyPr>
          <a:lstStyle/>
          <a:p>
            <a:fld id="{1527AB52-BD2E-404D-BAC3-327639B73B68}" type="slidenum">
              <a:rPr lang="en-GB"/>
              <a:pPr/>
              <a:t>25</a:t>
            </a:fld>
            <a:endParaRPr lang="en-GB"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dirty="0"/>
              <a:t>4. Good Software: Interfaces</a:t>
            </a:r>
            <a:endParaRPr lang="en-IE" dirty="0"/>
          </a:p>
        </p:txBody>
      </p:sp>
      <p:sp>
        <p:nvSpPr>
          <p:cNvPr id="3" name="Slide Number Placeholder 2"/>
          <p:cNvSpPr>
            <a:spLocks noGrp="1"/>
          </p:cNvSpPr>
          <p:nvPr>
            <p:ph type="sldNum" sz="quarter" idx="12"/>
          </p:nvPr>
        </p:nvSpPr>
        <p:spPr/>
        <p:txBody>
          <a:bodyPr>
            <a:normAutofit fontScale="85000" lnSpcReduction="20000"/>
          </a:bodyPr>
          <a:lstStyle/>
          <a:p>
            <a:fld id="{73F4E989-F763-4004-9F33-B18218F0D50C}" type="slidenum">
              <a:rPr lang="en-US" altLang="en-US" smtClean="0"/>
              <a:pPr/>
              <a:t>26</a:t>
            </a:fld>
            <a:endParaRPr lang="en-US" altLang="en-US" dirty="0"/>
          </a:p>
        </p:txBody>
      </p:sp>
      <p:sp>
        <p:nvSpPr>
          <p:cNvPr id="4" name="Content Placeholder 3"/>
          <p:cNvSpPr>
            <a:spLocks noGrp="1"/>
          </p:cNvSpPr>
          <p:nvPr>
            <p:ph sz="quarter" idx="1"/>
          </p:nvPr>
        </p:nvSpPr>
        <p:spPr>
          <a:xfrm>
            <a:off x="0" y="1600200"/>
            <a:ext cx="4932040" cy="5141168"/>
          </a:xfrm>
        </p:spPr>
        <p:txBody>
          <a:bodyPr>
            <a:normAutofit fontScale="62500" lnSpcReduction="20000"/>
          </a:bodyPr>
          <a:lstStyle/>
          <a:p>
            <a:pPr marL="457200" indent="-457200">
              <a:buNone/>
            </a:pPr>
            <a:r>
              <a:rPr lang="en-IE" sz="2600" b="1" dirty="0">
                <a:solidFill>
                  <a:srgbClr val="0000FF"/>
                </a:solidFill>
                <a:effectLst>
                  <a:outerShdw blurRad="38100" dist="38100" dir="2700000" algn="tl">
                    <a:srgbClr val="000000">
                      <a:alpha val="43137"/>
                    </a:srgbClr>
                  </a:outerShdw>
                </a:effectLst>
                <a:latin typeface="Courier New" pitchFamily="49" charset="0"/>
                <a:cs typeface="Courier New" pitchFamily="49" charset="0"/>
              </a:rPr>
              <a:t>interface</a:t>
            </a:r>
            <a:r>
              <a:rPr lang="en-IE" sz="2300" b="1" dirty="0">
                <a:latin typeface="Courier New" pitchFamily="49" charset="0"/>
                <a:cs typeface="Courier New" pitchFamily="49" charset="0"/>
              </a:rPr>
              <a:t> IDraw {</a:t>
            </a:r>
          </a:p>
          <a:p>
            <a:pPr marL="457200" indent="-457200">
              <a:buNone/>
            </a:pPr>
            <a:r>
              <a:rPr lang="en-IE" sz="2300" b="1" dirty="0">
                <a:latin typeface="Courier New" pitchFamily="49" charset="0"/>
                <a:cs typeface="Courier New" pitchFamily="49" charset="0"/>
              </a:rPr>
              <a:t>	void draw();</a:t>
            </a:r>
          </a:p>
          <a:p>
            <a:pPr marL="457200" indent="-457200">
              <a:buNone/>
            </a:pPr>
            <a:r>
              <a:rPr lang="en-IE" sz="2300" b="1" dirty="0">
                <a:latin typeface="Courier New" pitchFamily="49" charset="0"/>
                <a:cs typeface="Courier New" pitchFamily="49" charset="0"/>
              </a:rPr>
              <a:t>}</a:t>
            </a:r>
          </a:p>
          <a:p>
            <a:pPr marL="457200" indent="-457200">
              <a:buNone/>
            </a:pPr>
            <a:endParaRPr lang="en-IE" sz="1300" dirty="0">
              <a:latin typeface="Courier New" pitchFamily="49" charset="0"/>
              <a:cs typeface="Courier New" pitchFamily="49" charset="0"/>
            </a:endParaRPr>
          </a:p>
          <a:p>
            <a:pPr marL="457200" indent="-457200">
              <a:buNone/>
            </a:pPr>
            <a:r>
              <a:rPr lang="en-IE" sz="2300" b="1" dirty="0">
                <a:latin typeface="Courier New" pitchFamily="49" charset="0"/>
                <a:cs typeface="Courier New" pitchFamily="49" charset="0"/>
              </a:rPr>
              <a:t>class Rectangle </a:t>
            </a:r>
            <a:r>
              <a:rPr lang="en-IE" sz="2600" b="1" dirty="0">
                <a:solidFill>
                  <a:srgbClr val="0000FF"/>
                </a:solidFill>
                <a:effectLst>
                  <a:outerShdw blurRad="38100" dist="38100" dir="2700000" algn="tl">
                    <a:srgbClr val="000000">
                      <a:alpha val="43137"/>
                    </a:srgbClr>
                  </a:outerShdw>
                </a:effectLst>
                <a:latin typeface="Courier New" pitchFamily="49" charset="0"/>
                <a:cs typeface="Courier New" pitchFamily="49" charset="0"/>
              </a:rPr>
              <a:t>implements</a:t>
            </a:r>
            <a:r>
              <a:rPr lang="en-IE" sz="2300" b="1" dirty="0">
                <a:latin typeface="Courier New" pitchFamily="49" charset="0"/>
                <a:cs typeface="Courier New" pitchFamily="49" charset="0"/>
              </a:rPr>
              <a:t> IDraw {</a:t>
            </a:r>
          </a:p>
          <a:p>
            <a:pPr marL="457200" indent="-457200">
              <a:buNone/>
            </a:pPr>
            <a:endParaRPr lang="en-IE" sz="2300" b="1" dirty="0">
              <a:latin typeface="Courier New" pitchFamily="49" charset="0"/>
              <a:cs typeface="Courier New" pitchFamily="49" charset="0"/>
            </a:endParaRPr>
          </a:p>
          <a:p>
            <a:pPr marL="822960" lvl="1" indent="-457200">
              <a:buNone/>
            </a:pPr>
            <a:r>
              <a:rPr lang="en-GB" sz="2300" b="1" dirty="0">
                <a:latin typeface="Courier New" pitchFamily="49" charset="0"/>
                <a:cs typeface="Courier New" pitchFamily="49" charset="0"/>
              </a:rPr>
              <a:t>void draw() {</a:t>
            </a:r>
          </a:p>
          <a:p>
            <a:pPr marL="822960" lvl="1" indent="-457200">
              <a:buNone/>
            </a:pPr>
            <a:r>
              <a:rPr lang="en-GB" sz="2300" b="1" dirty="0">
                <a:latin typeface="Courier New" pitchFamily="49" charset="0"/>
                <a:cs typeface="Courier New" pitchFamily="49" charset="0"/>
              </a:rPr>
              <a:t> 	// some implementation</a:t>
            </a:r>
          </a:p>
          <a:p>
            <a:pPr marL="822960" lvl="1" indent="-457200">
              <a:buNone/>
            </a:pPr>
            <a:r>
              <a:rPr lang="en-GB" sz="2300" b="1" dirty="0">
                <a:latin typeface="Courier New" pitchFamily="49" charset="0"/>
                <a:cs typeface="Courier New" pitchFamily="49" charset="0"/>
              </a:rPr>
              <a:t> }</a:t>
            </a:r>
          </a:p>
          <a:p>
            <a:pPr marL="822960" lvl="1" indent="-457200">
              <a:buNone/>
            </a:pPr>
            <a:endParaRPr lang="en-GB" sz="1400" b="1" dirty="0">
              <a:latin typeface="Courier New" pitchFamily="49" charset="0"/>
              <a:cs typeface="Courier New" pitchFamily="49" charset="0"/>
            </a:endParaRPr>
          </a:p>
          <a:p>
            <a:pPr marL="822960" lvl="1" indent="-457200">
              <a:buNone/>
            </a:pPr>
            <a:r>
              <a:rPr lang="en-GB" sz="2300" b="1" dirty="0">
                <a:latin typeface="Courier New" pitchFamily="49" charset="0"/>
                <a:cs typeface="Courier New" pitchFamily="49" charset="0"/>
              </a:rPr>
              <a:t>// implementation of other methods;</a:t>
            </a:r>
            <a:endParaRPr lang="en-IE" sz="2300" b="1" dirty="0">
              <a:latin typeface="Courier New" pitchFamily="49" charset="0"/>
              <a:cs typeface="Courier New" pitchFamily="49" charset="0"/>
            </a:endParaRPr>
          </a:p>
          <a:p>
            <a:pPr marL="457200" indent="-457200">
              <a:buNone/>
            </a:pPr>
            <a:r>
              <a:rPr lang="en-IE" sz="2300" b="1" dirty="0">
                <a:latin typeface="Courier New" pitchFamily="49" charset="0"/>
                <a:cs typeface="Courier New" pitchFamily="49" charset="0"/>
              </a:rPr>
              <a:t>}</a:t>
            </a:r>
          </a:p>
          <a:p>
            <a:endParaRPr lang="en-IE" sz="700" dirty="0"/>
          </a:p>
          <a:p>
            <a:r>
              <a:rPr lang="en-IE" dirty="0"/>
              <a:t>In the main() method</a:t>
            </a:r>
          </a:p>
          <a:p>
            <a:pPr marL="971550" lvl="3" indent="-514350">
              <a:spcBef>
                <a:spcPts val="700"/>
              </a:spcBef>
              <a:buSzPct val="60000"/>
              <a:buNone/>
            </a:pPr>
            <a:r>
              <a:rPr lang="en-IE" b="1" dirty="0">
                <a:latin typeface="Courier New" pitchFamily="49" charset="0"/>
                <a:cs typeface="Courier New" pitchFamily="49" charset="0"/>
              </a:rPr>
              <a:t>// the type of shape is IDraw and NOT Rectangle!</a:t>
            </a:r>
            <a:endParaRPr lang="en-IE" sz="2600" b="1" dirty="0">
              <a:latin typeface="Courier New" pitchFamily="49" charset="0"/>
              <a:cs typeface="Courier New" pitchFamily="49" charset="0"/>
            </a:endParaRPr>
          </a:p>
          <a:p>
            <a:pPr marL="514350" indent="-514350">
              <a:buFont typeface="+mj-lt"/>
              <a:buAutoNum type="arabicPeriod"/>
            </a:pPr>
            <a:r>
              <a:rPr lang="en-IE" sz="2600" b="1" dirty="0">
                <a:solidFill>
                  <a:srgbClr val="0000FF"/>
                </a:solidFill>
                <a:effectLst>
                  <a:outerShdw blurRad="38100" dist="38100" dir="2700000" algn="tl">
                    <a:srgbClr val="000000">
                      <a:alpha val="43137"/>
                    </a:srgbClr>
                  </a:outerShdw>
                </a:effectLst>
                <a:latin typeface="Courier New" pitchFamily="49" charset="0"/>
                <a:cs typeface="Courier New" pitchFamily="49" charset="0"/>
              </a:rPr>
              <a:t>IDraw</a:t>
            </a:r>
            <a:r>
              <a:rPr lang="en-IE" sz="2300" b="1" dirty="0">
                <a:latin typeface="Courier New" pitchFamily="49" charset="0"/>
                <a:cs typeface="Courier New" pitchFamily="49" charset="0"/>
              </a:rPr>
              <a:t> shape = new Rectangle(); </a:t>
            </a:r>
          </a:p>
          <a:p>
            <a:pPr marL="514350" indent="-514350">
              <a:buFont typeface="+mj-lt"/>
              <a:buAutoNum type="arabicPeriod"/>
            </a:pPr>
            <a:r>
              <a:rPr lang="en-IE" sz="2300" b="1" dirty="0">
                <a:latin typeface="Courier New" pitchFamily="49" charset="0"/>
                <a:cs typeface="Courier New" pitchFamily="49" charset="0"/>
              </a:rPr>
              <a:t>shape.draw();</a:t>
            </a:r>
          </a:p>
          <a:p>
            <a:pPr marL="1108710" lvl="2" indent="-514350">
              <a:buNone/>
            </a:pPr>
            <a:r>
              <a:rPr lang="en-IE" sz="2000" b="1" dirty="0">
                <a:latin typeface="Courier New" pitchFamily="49" charset="0"/>
                <a:cs typeface="Courier New" pitchFamily="49" charset="0"/>
              </a:rPr>
              <a:t>// the following will generate a compile time error </a:t>
            </a:r>
            <a:endParaRPr lang="en-IE" sz="1600" b="1" dirty="0">
              <a:latin typeface="Courier New" pitchFamily="49" charset="0"/>
              <a:cs typeface="Courier New" pitchFamily="49" charset="0"/>
            </a:endParaRPr>
          </a:p>
          <a:p>
            <a:pPr marL="514350" indent="-514350">
              <a:buFont typeface="+mj-lt"/>
              <a:buAutoNum type="arabicPeriod"/>
            </a:pPr>
            <a:r>
              <a:rPr lang="en-IE" sz="2300" b="1" dirty="0">
                <a:latin typeface="Courier New" pitchFamily="49" charset="0"/>
                <a:cs typeface="Courier New" pitchFamily="49" charset="0"/>
              </a:rPr>
              <a:t>shape.colour();</a:t>
            </a:r>
          </a:p>
        </p:txBody>
      </p:sp>
      <p:sp>
        <p:nvSpPr>
          <p:cNvPr id="5" name="TextBox 4"/>
          <p:cNvSpPr txBox="1"/>
          <p:nvPr/>
        </p:nvSpPr>
        <p:spPr>
          <a:xfrm>
            <a:off x="5004049" y="1628800"/>
            <a:ext cx="3816424" cy="4524315"/>
          </a:xfrm>
          <a:prstGeom prst="rect">
            <a:avLst/>
          </a:prstGeom>
          <a:noFill/>
        </p:spPr>
        <p:txBody>
          <a:bodyPr wrap="square" rtlCol="0">
            <a:spAutoFit/>
          </a:bodyPr>
          <a:lstStyle/>
          <a:p>
            <a:pPr>
              <a:buFont typeface="Arial" pitchFamily="34" charset="0"/>
              <a:buChar char="•"/>
            </a:pPr>
            <a:r>
              <a:rPr lang="en-IE" dirty="0"/>
              <a:t>The interface defines a </a:t>
            </a:r>
            <a:r>
              <a:rPr lang="en-IE" sz="2000" b="1" u="sng" dirty="0">
                <a:solidFill>
                  <a:srgbClr val="C00000"/>
                </a:solidFill>
              </a:rPr>
              <a:t>contract.</a:t>
            </a:r>
            <a:endParaRPr lang="en-IE" b="1" u="sng" dirty="0">
              <a:solidFill>
                <a:srgbClr val="C00000"/>
              </a:solidFill>
            </a:endParaRPr>
          </a:p>
          <a:p>
            <a:pPr>
              <a:buFont typeface="Arial" pitchFamily="34" charset="0"/>
              <a:buChar char="•"/>
            </a:pPr>
            <a:endParaRPr lang="en-IE" dirty="0"/>
          </a:p>
          <a:p>
            <a:pPr>
              <a:buFont typeface="Arial" pitchFamily="34" charset="0"/>
              <a:buChar char="•"/>
            </a:pPr>
            <a:r>
              <a:rPr lang="en-IE" dirty="0"/>
              <a:t>It is a listing of methods that (a) must be provided by the service provider, and (b) used by the client.</a:t>
            </a:r>
          </a:p>
          <a:p>
            <a:pPr>
              <a:buFont typeface="Arial" pitchFamily="34" charset="0"/>
              <a:buChar char="•"/>
            </a:pPr>
            <a:endParaRPr lang="en-IE" dirty="0"/>
          </a:p>
          <a:p>
            <a:pPr>
              <a:buFont typeface="Arial" pitchFamily="34" charset="0"/>
              <a:buChar char="•"/>
            </a:pPr>
            <a:r>
              <a:rPr lang="en-IE" dirty="0"/>
              <a:t>Obligations and assumptions</a:t>
            </a:r>
          </a:p>
          <a:p>
            <a:pPr>
              <a:buFont typeface="Arial" pitchFamily="34" charset="0"/>
              <a:buChar char="•"/>
            </a:pPr>
            <a:endParaRPr lang="en-IE" dirty="0"/>
          </a:p>
          <a:p>
            <a:pPr>
              <a:buFont typeface="Arial" pitchFamily="34" charset="0"/>
              <a:buChar char="•"/>
            </a:pPr>
            <a:r>
              <a:rPr lang="en-IE" dirty="0"/>
              <a:t>No implementation is provided for any of the methods in the interface.</a:t>
            </a:r>
          </a:p>
          <a:p>
            <a:pPr>
              <a:buFont typeface="Arial" pitchFamily="34" charset="0"/>
              <a:buChar char="•"/>
            </a:pPr>
            <a:endParaRPr lang="en-IE" dirty="0"/>
          </a:p>
          <a:p>
            <a:pPr>
              <a:buFont typeface="Arial" pitchFamily="34" charset="0"/>
              <a:buChar char="•"/>
            </a:pPr>
            <a:r>
              <a:rPr lang="en-IE" dirty="0"/>
              <a:t>The service provider (server) is Rectangle, and it provides the implementation.</a:t>
            </a:r>
          </a:p>
          <a:p>
            <a:pPr>
              <a:buFont typeface="Arial" pitchFamily="34" charset="0"/>
              <a:buChar char="•"/>
            </a:pPr>
            <a:endParaRPr lang="en-IE" dirty="0"/>
          </a:p>
          <a:p>
            <a:pPr>
              <a:buFont typeface="Arial" pitchFamily="34" charset="0"/>
              <a:buChar char="•"/>
            </a:pPr>
            <a:r>
              <a:rPr lang="en-IE" dirty="0"/>
              <a:t>The client is the main() method.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GB" dirty="0"/>
              <a:t>Good Software: Interfaces</a:t>
            </a:r>
          </a:p>
        </p:txBody>
      </p:sp>
      <p:sp>
        <p:nvSpPr>
          <p:cNvPr id="32771" name="Rectangle 3"/>
          <p:cNvSpPr>
            <a:spLocks noGrp="1" noChangeArrowheads="1"/>
          </p:cNvSpPr>
          <p:nvPr>
            <p:ph idx="1"/>
          </p:nvPr>
        </p:nvSpPr>
        <p:spPr>
          <a:xfrm>
            <a:off x="179512" y="1484784"/>
            <a:ext cx="8856984" cy="5256584"/>
          </a:xfrm>
        </p:spPr>
        <p:txBody>
          <a:bodyPr>
            <a:noAutofit/>
          </a:bodyPr>
          <a:lstStyle/>
          <a:p>
            <a:pPr>
              <a:lnSpc>
                <a:spcPct val="90000"/>
              </a:lnSpc>
              <a:buFont typeface="Wingdings" pitchFamily="2" charset="2"/>
              <a:buNone/>
            </a:pPr>
            <a:r>
              <a:rPr lang="en-GB" sz="2800" b="1" i="1" dirty="0">
                <a:solidFill>
                  <a:srgbClr val="0000FF"/>
                </a:solidFill>
                <a:effectLst>
                  <a:outerShdw blurRad="38100" dist="38100" dir="2700000" algn="tl">
                    <a:srgbClr val="000000">
                      <a:alpha val="43137"/>
                    </a:srgbClr>
                  </a:outerShdw>
                </a:effectLst>
              </a:rPr>
              <a:t>Good Systems Have Interfaces</a:t>
            </a:r>
          </a:p>
          <a:p>
            <a:pPr>
              <a:lnSpc>
                <a:spcPct val="90000"/>
              </a:lnSpc>
              <a:buFont typeface="Wingdings" pitchFamily="2" charset="2"/>
              <a:buNone/>
            </a:pPr>
            <a:endParaRPr lang="en-GB" sz="500" b="1" i="1" dirty="0"/>
          </a:p>
          <a:p>
            <a:pPr>
              <a:lnSpc>
                <a:spcPct val="90000"/>
              </a:lnSpc>
            </a:pPr>
            <a:r>
              <a:rPr lang="en-GB" sz="2400" dirty="0"/>
              <a:t>An interface to a module – class in this example, defines some features of the module on which its clients may rely.</a:t>
            </a:r>
          </a:p>
          <a:p>
            <a:pPr>
              <a:lnSpc>
                <a:spcPct val="90000"/>
              </a:lnSpc>
            </a:pPr>
            <a:r>
              <a:rPr lang="en-GB" sz="2400" dirty="0"/>
              <a:t>Car Sharing System – 2 development views/perspectives</a:t>
            </a:r>
          </a:p>
          <a:p>
            <a:pPr lvl="1">
              <a:lnSpc>
                <a:spcPct val="90000"/>
              </a:lnSpc>
            </a:pPr>
            <a:r>
              <a:rPr lang="en-GB" sz="2100" dirty="0"/>
              <a:t>Enquirers</a:t>
            </a:r>
          </a:p>
          <a:p>
            <a:pPr lvl="1">
              <a:lnSpc>
                <a:spcPct val="90000"/>
              </a:lnSpc>
            </a:pPr>
            <a:r>
              <a:rPr lang="en-GB" sz="2100" dirty="0"/>
              <a:t>Car Sharers</a:t>
            </a:r>
          </a:p>
          <a:p>
            <a:pPr>
              <a:lnSpc>
                <a:spcPct val="90000"/>
              </a:lnSpc>
            </a:pPr>
            <a:r>
              <a:rPr lang="en-GB" sz="2400" dirty="0"/>
              <a:t>2 interfaces</a:t>
            </a:r>
          </a:p>
          <a:p>
            <a:pPr lvl="1">
              <a:lnSpc>
                <a:spcPct val="90000"/>
              </a:lnSpc>
              <a:buNone/>
            </a:pPr>
            <a:r>
              <a:rPr lang="en-GB" sz="1800" b="1" dirty="0">
                <a:latin typeface="Courier New" pitchFamily="49" charset="0"/>
                <a:cs typeface="Courier New" pitchFamily="49" charset="0"/>
              </a:rPr>
              <a:t>interface IEnquirer {</a:t>
            </a:r>
          </a:p>
          <a:p>
            <a:pPr lvl="2">
              <a:lnSpc>
                <a:spcPct val="90000"/>
              </a:lnSpc>
              <a:buNone/>
            </a:pPr>
            <a:r>
              <a:rPr lang="en-GB" sz="1800" b="1" dirty="0">
                <a:latin typeface="Courier New" pitchFamily="49" charset="0"/>
                <a:cs typeface="Courier New" pitchFamily="49" charset="0"/>
              </a:rPr>
              <a:t>int enquire(Coord start; Coord end);</a:t>
            </a:r>
          </a:p>
          <a:p>
            <a:pPr lvl="1">
              <a:lnSpc>
                <a:spcPct val="90000"/>
              </a:lnSpc>
              <a:buNone/>
            </a:pPr>
            <a:r>
              <a:rPr lang="en-GB" sz="1800" b="1" dirty="0">
                <a:latin typeface="Courier New" pitchFamily="49" charset="0"/>
                <a:cs typeface="Courier New" pitchFamily="49" charset="0"/>
              </a:rPr>
              <a:t>}</a:t>
            </a:r>
          </a:p>
          <a:p>
            <a:pPr lvl="1">
              <a:lnSpc>
                <a:spcPct val="90000"/>
              </a:lnSpc>
              <a:buNone/>
            </a:pPr>
            <a:endParaRPr lang="en-GB" sz="900" dirty="0">
              <a:latin typeface="Courier New" pitchFamily="49" charset="0"/>
              <a:cs typeface="Courier New" pitchFamily="49" charset="0"/>
            </a:endParaRPr>
          </a:p>
          <a:p>
            <a:pPr lvl="1">
              <a:lnSpc>
                <a:spcPct val="90000"/>
              </a:lnSpc>
              <a:buNone/>
            </a:pPr>
            <a:r>
              <a:rPr lang="en-GB" sz="1800" b="1" dirty="0">
                <a:latin typeface="Courier New" pitchFamily="49" charset="0"/>
                <a:cs typeface="Courier New" pitchFamily="49" charset="0"/>
              </a:rPr>
              <a:t>interface ICarSharer {</a:t>
            </a:r>
          </a:p>
          <a:p>
            <a:pPr lvl="2">
              <a:lnSpc>
                <a:spcPct val="90000"/>
              </a:lnSpc>
              <a:buNone/>
            </a:pPr>
            <a:r>
              <a:rPr lang="en-GB" sz="1800" b="1" dirty="0">
                <a:latin typeface="Courier New" pitchFamily="49" charset="0"/>
                <a:cs typeface="Courier New" pitchFamily="49" charset="0"/>
              </a:rPr>
              <a:t>int carShare(Coord start; Coord end; IEnquirer enquirer);</a:t>
            </a:r>
          </a:p>
          <a:p>
            <a:pPr lvl="1">
              <a:lnSpc>
                <a:spcPct val="90000"/>
              </a:lnSpc>
              <a:buNone/>
            </a:pPr>
            <a:r>
              <a:rPr lang="en-GB" sz="1800" b="1" dirty="0">
                <a:latin typeface="Courier New" pitchFamily="49" charset="0"/>
                <a:cs typeface="Courier New" pitchFamily="49" charset="0"/>
              </a:rPr>
              <a:t>}</a:t>
            </a:r>
          </a:p>
          <a:p>
            <a:pPr>
              <a:lnSpc>
                <a:spcPct val="90000"/>
              </a:lnSpc>
            </a:pPr>
            <a:endParaRPr lang="en-GB" sz="2400" dirty="0"/>
          </a:p>
        </p:txBody>
      </p:sp>
      <p:sp>
        <p:nvSpPr>
          <p:cNvPr id="4" name="Slide Number Placeholder 5"/>
          <p:cNvSpPr>
            <a:spLocks noGrp="1"/>
          </p:cNvSpPr>
          <p:nvPr>
            <p:ph type="sldNum" sz="quarter" idx="12"/>
          </p:nvPr>
        </p:nvSpPr>
        <p:spPr/>
        <p:txBody>
          <a:bodyPr>
            <a:normAutofit fontScale="85000" lnSpcReduction="20000"/>
          </a:bodyPr>
          <a:lstStyle/>
          <a:p>
            <a:fld id="{C21356D3-9E3A-410C-9242-2451E64635BA}" type="slidenum">
              <a:rPr lang="en-GB"/>
              <a:pPr/>
              <a:t>27</a:t>
            </a:fld>
            <a:endParaRPr lang="en-GB"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dirty="0"/>
              <a:t>Good Software: Interfaces</a:t>
            </a:r>
            <a:endParaRPr lang="en-IE" dirty="0"/>
          </a:p>
        </p:txBody>
      </p:sp>
      <p:sp>
        <p:nvSpPr>
          <p:cNvPr id="3" name="Slide Number Placeholder 2"/>
          <p:cNvSpPr>
            <a:spLocks noGrp="1"/>
          </p:cNvSpPr>
          <p:nvPr>
            <p:ph type="sldNum" sz="quarter" idx="12"/>
          </p:nvPr>
        </p:nvSpPr>
        <p:spPr/>
        <p:txBody>
          <a:bodyPr>
            <a:normAutofit fontScale="85000" lnSpcReduction="20000"/>
          </a:bodyPr>
          <a:lstStyle/>
          <a:p>
            <a:fld id="{73F4E989-F763-4004-9F33-B18218F0D50C}" type="slidenum">
              <a:rPr lang="en-US" altLang="en-US" smtClean="0"/>
              <a:pPr/>
              <a:t>28</a:t>
            </a:fld>
            <a:endParaRPr lang="en-US" altLang="en-US" dirty="0"/>
          </a:p>
        </p:txBody>
      </p:sp>
      <p:sp>
        <p:nvSpPr>
          <p:cNvPr id="4" name="Content Placeholder 3"/>
          <p:cNvSpPr>
            <a:spLocks noGrp="1"/>
          </p:cNvSpPr>
          <p:nvPr>
            <p:ph sz="quarter" idx="1"/>
          </p:nvPr>
        </p:nvSpPr>
        <p:spPr>
          <a:xfrm>
            <a:off x="179512" y="1600200"/>
            <a:ext cx="8784976" cy="4853136"/>
          </a:xfrm>
        </p:spPr>
        <p:txBody>
          <a:bodyPr>
            <a:normAutofit fontScale="40000" lnSpcReduction="20000"/>
          </a:bodyPr>
          <a:lstStyle/>
          <a:p>
            <a:pPr>
              <a:buNone/>
            </a:pPr>
            <a:r>
              <a:rPr lang="en-IE" sz="3800" b="1" dirty="0">
                <a:latin typeface="Courier New" pitchFamily="49" charset="0"/>
                <a:cs typeface="Courier New" pitchFamily="49" charset="0"/>
              </a:rPr>
              <a:t>class </a:t>
            </a:r>
            <a:r>
              <a:rPr lang="en-IE" sz="4000" b="1" dirty="0">
                <a:solidFill>
                  <a:srgbClr val="0000FF"/>
                </a:solidFill>
                <a:latin typeface="Courier New" pitchFamily="49" charset="0"/>
                <a:cs typeface="Courier New" pitchFamily="49" charset="0"/>
              </a:rPr>
              <a:t>Person</a:t>
            </a:r>
            <a:r>
              <a:rPr lang="en-IE" sz="4000" b="1" dirty="0">
                <a:latin typeface="Courier New" pitchFamily="49" charset="0"/>
                <a:cs typeface="Courier New" pitchFamily="49" charset="0"/>
              </a:rPr>
              <a:t> </a:t>
            </a:r>
            <a:r>
              <a:rPr lang="en-IE" sz="3800" b="1" dirty="0">
                <a:latin typeface="Courier New" pitchFamily="49" charset="0"/>
                <a:cs typeface="Courier New" pitchFamily="49" charset="0"/>
              </a:rPr>
              <a:t>implements </a:t>
            </a:r>
            <a:r>
              <a:rPr lang="en-IE" sz="4000" b="1" dirty="0">
                <a:solidFill>
                  <a:srgbClr val="0000FF"/>
                </a:solidFill>
                <a:latin typeface="Courier New" pitchFamily="49" charset="0"/>
                <a:cs typeface="Courier New" pitchFamily="49" charset="0"/>
              </a:rPr>
              <a:t>IEnquirer, ICarSharer </a:t>
            </a:r>
            <a:r>
              <a:rPr lang="en-IE" sz="3800" b="1" dirty="0">
                <a:latin typeface="Courier New" pitchFamily="49" charset="0"/>
                <a:cs typeface="Courier New" pitchFamily="49" charset="0"/>
              </a:rPr>
              <a:t>{</a:t>
            </a:r>
          </a:p>
          <a:p>
            <a:pPr>
              <a:buNone/>
            </a:pPr>
            <a:endParaRPr lang="en-IE" sz="1300" b="1" dirty="0">
              <a:latin typeface="Courier New" pitchFamily="49" charset="0"/>
              <a:cs typeface="Courier New" pitchFamily="49" charset="0"/>
            </a:endParaRPr>
          </a:p>
          <a:p>
            <a:pPr lvl="1">
              <a:buNone/>
            </a:pPr>
            <a:r>
              <a:rPr lang="en-GB" sz="3800" b="1" dirty="0">
                <a:latin typeface="Courier New" pitchFamily="49" charset="0"/>
                <a:cs typeface="Courier New" pitchFamily="49" charset="0"/>
              </a:rPr>
              <a:t>int enquire(Coord start; Coord end) {</a:t>
            </a:r>
          </a:p>
          <a:p>
            <a:pPr lvl="1">
              <a:buNone/>
            </a:pPr>
            <a:r>
              <a:rPr lang="en-GB" sz="3800" b="1" dirty="0">
                <a:latin typeface="Courier New" pitchFamily="49" charset="0"/>
                <a:cs typeface="Courier New" pitchFamily="49" charset="0"/>
              </a:rPr>
              <a:t> 	// some implementation</a:t>
            </a:r>
          </a:p>
          <a:p>
            <a:pPr lvl="1">
              <a:buNone/>
            </a:pPr>
            <a:r>
              <a:rPr lang="en-GB" sz="3800" b="1" dirty="0">
                <a:latin typeface="Courier New" pitchFamily="49" charset="0"/>
                <a:cs typeface="Courier New" pitchFamily="49" charset="0"/>
              </a:rPr>
              <a:t> }</a:t>
            </a:r>
          </a:p>
          <a:p>
            <a:pPr lvl="1">
              <a:buNone/>
            </a:pPr>
            <a:endParaRPr lang="en-GB" sz="600" b="1" dirty="0">
              <a:latin typeface="Courier New" pitchFamily="49" charset="0"/>
              <a:cs typeface="Courier New" pitchFamily="49" charset="0"/>
            </a:endParaRPr>
          </a:p>
          <a:p>
            <a:pPr lvl="1">
              <a:buNone/>
            </a:pPr>
            <a:r>
              <a:rPr lang="en-GB" sz="3800" b="1" dirty="0">
                <a:latin typeface="Courier New" pitchFamily="49" charset="0"/>
                <a:cs typeface="Courier New" pitchFamily="49" charset="0"/>
              </a:rPr>
              <a:t>int carShare(Coord start; Coord end; IEnquirer enquirer){</a:t>
            </a:r>
          </a:p>
          <a:p>
            <a:pPr lvl="2">
              <a:buNone/>
            </a:pPr>
            <a:r>
              <a:rPr lang="en-GB" sz="3500" b="1" dirty="0">
                <a:latin typeface="Courier New" pitchFamily="49" charset="0"/>
                <a:cs typeface="Courier New" pitchFamily="49" charset="0"/>
              </a:rPr>
              <a:t>// some implementation;</a:t>
            </a:r>
          </a:p>
          <a:p>
            <a:pPr lvl="1">
              <a:buNone/>
            </a:pPr>
            <a:r>
              <a:rPr lang="en-GB" sz="3800" b="1" dirty="0">
                <a:latin typeface="Courier New" pitchFamily="49" charset="0"/>
                <a:cs typeface="Courier New" pitchFamily="49" charset="0"/>
              </a:rPr>
              <a:t>}</a:t>
            </a:r>
          </a:p>
          <a:p>
            <a:pPr lvl="1">
              <a:buNone/>
            </a:pPr>
            <a:r>
              <a:rPr lang="en-GB" sz="3800" b="1" dirty="0">
                <a:latin typeface="Courier New" pitchFamily="49" charset="0"/>
                <a:cs typeface="Courier New" pitchFamily="49" charset="0"/>
              </a:rPr>
              <a:t>// implementation of other methods </a:t>
            </a:r>
            <a:endParaRPr lang="en-IE" sz="3800" b="1" dirty="0">
              <a:latin typeface="Courier New" pitchFamily="49" charset="0"/>
              <a:cs typeface="Courier New" pitchFamily="49" charset="0"/>
            </a:endParaRPr>
          </a:p>
          <a:p>
            <a:pPr>
              <a:buNone/>
            </a:pPr>
            <a:r>
              <a:rPr lang="en-IE" sz="3800" b="1" dirty="0">
                <a:latin typeface="Courier New" pitchFamily="49" charset="0"/>
                <a:cs typeface="Courier New" pitchFamily="49" charset="0"/>
              </a:rPr>
              <a:t>}</a:t>
            </a:r>
            <a:endParaRPr lang="en-IE" sz="2500" b="1" dirty="0">
              <a:latin typeface="Courier New" pitchFamily="49" charset="0"/>
              <a:cs typeface="Courier New" pitchFamily="49" charset="0"/>
            </a:endParaRPr>
          </a:p>
          <a:p>
            <a:pPr>
              <a:buNone/>
            </a:pPr>
            <a:endParaRPr lang="en-IE" sz="1100" dirty="0"/>
          </a:p>
          <a:p>
            <a:r>
              <a:rPr lang="en-IE" sz="4200" dirty="0"/>
              <a:t>In the main() method</a:t>
            </a:r>
          </a:p>
          <a:p>
            <a:pPr marL="834390" lvl="1" indent="-514350">
              <a:buFont typeface="+mj-lt"/>
              <a:buAutoNum type="arabicPeriod"/>
            </a:pPr>
            <a:r>
              <a:rPr lang="en-IE" sz="2900" b="1" dirty="0">
                <a:latin typeface="Courier New" pitchFamily="49" charset="0"/>
                <a:cs typeface="Courier New" pitchFamily="49" charset="0"/>
              </a:rPr>
              <a:t>IEnquirer e = new Person(); </a:t>
            </a:r>
          </a:p>
          <a:p>
            <a:pPr marL="1565910" lvl="3" indent="-514350">
              <a:buNone/>
            </a:pPr>
            <a:r>
              <a:rPr lang="en-IE" sz="2600" b="1" dirty="0">
                <a:latin typeface="Courier New" pitchFamily="49" charset="0"/>
                <a:cs typeface="Courier New" pitchFamily="49" charset="0"/>
              </a:rPr>
              <a:t>// the type of e is IEnquirer and NOT Person!</a:t>
            </a:r>
          </a:p>
          <a:p>
            <a:pPr marL="834390" lvl="1" indent="-514350">
              <a:buFont typeface="+mj-lt"/>
              <a:buAutoNum type="arabicPeriod"/>
            </a:pPr>
            <a:r>
              <a:rPr lang="en-IE" sz="2900" b="1" dirty="0">
                <a:latin typeface="Courier New" pitchFamily="49" charset="0"/>
                <a:cs typeface="Courier New" pitchFamily="49" charset="0"/>
              </a:rPr>
              <a:t>e.enquire(…..);</a:t>
            </a:r>
          </a:p>
          <a:p>
            <a:pPr marL="834390" lvl="1" indent="-514350">
              <a:buFont typeface="+mj-lt"/>
              <a:buAutoNum type="arabicPeriod"/>
            </a:pPr>
            <a:r>
              <a:rPr lang="en-IE" sz="2900" b="1" dirty="0">
                <a:latin typeface="Courier New" pitchFamily="49" charset="0"/>
                <a:cs typeface="Courier New" pitchFamily="49" charset="0"/>
              </a:rPr>
              <a:t>e.carShare(….) // will generate a compile time error</a:t>
            </a:r>
          </a:p>
          <a:p>
            <a:pPr marL="834390" lvl="1" indent="-514350">
              <a:buFont typeface="+mj-lt"/>
              <a:buAutoNum type="arabicPeriod"/>
            </a:pPr>
            <a:r>
              <a:rPr lang="en-IE" sz="2900" b="1" dirty="0">
                <a:latin typeface="Courier New" pitchFamily="49" charset="0"/>
                <a:cs typeface="Courier New" pitchFamily="49" charset="0"/>
              </a:rPr>
              <a:t>// some time later</a:t>
            </a:r>
          </a:p>
          <a:p>
            <a:pPr marL="834390" lvl="1" indent="-514350">
              <a:buFont typeface="+mj-lt"/>
              <a:buAutoNum type="arabicPeriod"/>
            </a:pPr>
            <a:r>
              <a:rPr lang="en-IE" sz="2900" b="1" dirty="0">
                <a:latin typeface="Courier New" pitchFamily="49" charset="0"/>
                <a:cs typeface="Courier New" pitchFamily="49" charset="0"/>
              </a:rPr>
              <a:t>ICarSharer cs = (CarSharer)(e);</a:t>
            </a:r>
          </a:p>
          <a:p>
            <a:pPr marL="834390" lvl="1" indent="-514350">
              <a:buFont typeface="+mj-lt"/>
              <a:buAutoNum type="arabicPeriod"/>
            </a:pPr>
            <a:r>
              <a:rPr lang="en-IE" sz="2900" b="1" dirty="0">
                <a:latin typeface="Courier New" pitchFamily="49" charset="0"/>
                <a:cs typeface="Courier New" pitchFamily="49" charset="0"/>
              </a:rPr>
              <a:t>cs.carShare(….);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GB" dirty="0"/>
              <a:t>Good Software: Interfaces</a:t>
            </a:r>
          </a:p>
        </p:txBody>
      </p:sp>
      <p:sp>
        <p:nvSpPr>
          <p:cNvPr id="32771" name="Rectangle 3"/>
          <p:cNvSpPr>
            <a:spLocks noGrp="1" noChangeArrowheads="1"/>
          </p:cNvSpPr>
          <p:nvPr>
            <p:ph idx="1"/>
          </p:nvPr>
        </p:nvSpPr>
        <p:spPr>
          <a:xfrm>
            <a:off x="323528" y="1484784"/>
            <a:ext cx="8496944" cy="5256584"/>
          </a:xfrm>
        </p:spPr>
        <p:txBody>
          <a:bodyPr>
            <a:noAutofit/>
          </a:bodyPr>
          <a:lstStyle/>
          <a:p>
            <a:pPr>
              <a:lnSpc>
                <a:spcPct val="90000"/>
              </a:lnSpc>
              <a:buFont typeface="Wingdings" pitchFamily="2" charset="2"/>
              <a:buNone/>
            </a:pPr>
            <a:r>
              <a:rPr lang="en-GB" sz="2400" b="1" i="1" dirty="0"/>
              <a:t>Good Systems Have Interfaces</a:t>
            </a:r>
          </a:p>
          <a:p>
            <a:pPr>
              <a:lnSpc>
                <a:spcPct val="90000"/>
              </a:lnSpc>
              <a:buFont typeface="Wingdings" pitchFamily="2" charset="2"/>
              <a:buNone/>
            </a:pPr>
            <a:endParaRPr lang="en-GB" sz="900" b="1" i="1" dirty="0"/>
          </a:p>
          <a:p>
            <a:pPr>
              <a:lnSpc>
                <a:spcPct val="90000"/>
              </a:lnSpc>
            </a:pPr>
            <a:r>
              <a:rPr lang="en-GB" sz="2400" dirty="0"/>
              <a:t>An interface to a module defines some features of the module on which its clients may rely.</a:t>
            </a:r>
          </a:p>
          <a:p>
            <a:pPr>
              <a:lnSpc>
                <a:spcPct val="90000"/>
              </a:lnSpc>
            </a:pPr>
            <a:r>
              <a:rPr lang="en-GB" sz="2400" dirty="0"/>
              <a:t>“The connection between modules are the </a:t>
            </a:r>
            <a:r>
              <a:rPr lang="en-GB" sz="2400" b="1" dirty="0">
                <a:solidFill>
                  <a:srgbClr val="C00000"/>
                </a:solidFill>
              </a:rPr>
              <a:t>assumptions</a:t>
            </a:r>
            <a:r>
              <a:rPr lang="en-GB" sz="2400" dirty="0"/>
              <a:t> which the modules make about each other” </a:t>
            </a:r>
          </a:p>
          <a:p>
            <a:pPr>
              <a:lnSpc>
                <a:spcPct val="90000"/>
              </a:lnSpc>
              <a:buFont typeface="Wingdings" pitchFamily="2" charset="2"/>
              <a:buNone/>
            </a:pPr>
            <a:endParaRPr lang="en-GB" sz="900" b="1" dirty="0"/>
          </a:p>
          <a:p>
            <a:pPr lvl="1">
              <a:lnSpc>
                <a:spcPct val="90000"/>
              </a:lnSpc>
              <a:buFont typeface="Wingdings" pitchFamily="2" charset="2"/>
              <a:buNone/>
            </a:pPr>
            <a:r>
              <a:rPr lang="en-GB" sz="2000" b="1" dirty="0"/>
              <a:t>Software Fundamentals. Collected Papers by David L. Parnas. Ed. By Daniel. M. Hoffman and  David M. Weiss. Addison-Wesley. 2001.</a:t>
            </a:r>
          </a:p>
          <a:p>
            <a:pPr lvl="1">
              <a:lnSpc>
                <a:spcPct val="90000"/>
              </a:lnSpc>
              <a:buFont typeface="Wingdings" pitchFamily="2" charset="2"/>
              <a:buNone/>
            </a:pPr>
            <a:endParaRPr lang="en-GB" sz="900" dirty="0"/>
          </a:p>
          <a:p>
            <a:pPr>
              <a:lnSpc>
                <a:spcPct val="90000"/>
              </a:lnSpc>
            </a:pPr>
            <a:r>
              <a:rPr lang="en-GB" sz="2400" dirty="0"/>
              <a:t>Document such assumptions in interfaces and check their correctness.</a:t>
            </a:r>
          </a:p>
          <a:p>
            <a:pPr>
              <a:lnSpc>
                <a:spcPct val="90000"/>
              </a:lnSpc>
            </a:pPr>
            <a:r>
              <a:rPr lang="en-GB" sz="2400" dirty="0"/>
              <a:t>Should be </a:t>
            </a:r>
            <a:r>
              <a:rPr lang="en-GB" sz="2400" b="1" dirty="0">
                <a:solidFill>
                  <a:srgbClr val="0000FF"/>
                </a:solidFill>
                <a:effectLst>
                  <a:outerShdw blurRad="38100" dist="38100" dir="2700000" algn="tl">
                    <a:srgbClr val="000000">
                      <a:alpha val="43137"/>
                    </a:srgbClr>
                  </a:outerShdw>
                </a:effectLst>
              </a:rPr>
              <a:t>automatic checks </a:t>
            </a:r>
            <a:r>
              <a:rPr lang="en-GB" sz="2400" dirty="0"/>
              <a:t>to ensure that no client makes any assumptions about its server that is not documented in the interface.</a:t>
            </a:r>
          </a:p>
        </p:txBody>
      </p:sp>
      <p:sp>
        <p:nvSpPr>
          <p:cNvPr id="4" name="Slide Number Placeholder 5"/>
          <p:cNvSpPr>
            <a:spLocks noGrp="1"/>
          </p:cNvSpPr>
          <p:nvPr>
            <p:ph type="sldNum" sz="quarter" idx="12"/>
          </p:nvPr>
        </p:nvSpPr>
        <p:spPr/>
        <p:txBody>
          <a:bodyPr>
            <a:normAutofit fontScale="85000" lnSpcReduction="20000"/>
          </a:bodyPr>
          <a:lstStyle/>
          <a:p>
            <a:fld id="{C21356D3-9E3A-410C-9242-2451E64635BA}" type="slidenum">
              <a:rPr lang="en-GB"/>
              <a:pPr/>
              <a:t>29</a:t>
            </a:fld>
            <a:endParaRPr lang="en-GB"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Interfaces</a:t>
            </a:r>
          </a:p>
        </p:txBody>
      </p:sp>
      <p:sp>
        <p:nvSpPr>
          <p:cNvPr id="4" name="Slide Number Placeholder 3"/>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graphicFrame>
        <p:nvGraphicFramePr>
          <p:cNvPr id="5" name="Content Placeholder 4"/>
          <p:cNvGraphicFramePr>
            <a:graphicFrameLocks noGrp="1"/>
          </p:cNvGraphicFramePr>
          <p:nvPr>
            <p:ph sz="quarter" idx="1"/>
          </p:nvPr>
        </p:nvGraphicFramePr>
        <p:xfrm>
          <a:off x="323528" y="2492896"/>
          <a:ext cx="8229600" cy="2641600"/>
        </p:xfrm>
        <a:graphic>
          <a:graphicData uri="http://schemas.openxmlformats.org/drawingml/2006/table">
            <a:tbl>
              <a:tblPr firstRow="1" bandRow="1">
                <a:tableStyleId>{5C22544A-7EE6-4342-B048-85BDC9FD1C3A}</a:tableStyleId>
              </a:tblPr>
              <a:tblGrid>
                <a:gridCol w="1450504">
                  <a:extLst>
                    <a:ext uri="{9D8B030D-6E8A-4147-A177-3AD203B41FA5}">
                      <a16:colId xmlns:a16="http://schemas.microsoft.com/office/drawing/2014/main" val="20000"/>
                    </a:ext>
                  </a:extLst>
                </a:gridCol>
                <a:gridCol w="3672408">
                  <a:extLst>
                    <a:ext uri="{9D8B030D-6E8A-4147-A177-3AD203B41FA5}">
                      <a16:colId xmlns:a16="http://schemas.microsoft.com/office/drawing/2014/main" val="20001"/>
                    </a:ext>
                  </a:extLst>
                </a:gridCol>
                <a:gridCol w="1584176">
                  <a:extLst>
                    <a:ext uri="{9D8B030D-6E8A-4147-A177-3AD203B41FA5}">
                      <a16:colId xmlns:a16="http://schemas.microsoft.com/office/drawing/2014/main" val="20002"/>
                    </a:ext>
                  </a:extLst>
                </a:gridCol>
                <a:gridCol w="1522512">
                  <a:extLst>
                    <a:ext uri="{9D8B030D-6E8A-4147-A177-3AD203B41FA5}">
                      <a16:colId xmlns:a16="http://schemas.microsoft.com/office/drawing/2014/main" val="20003"/>
                    </a:ext>
                  </a:extLst>
                </a:gridCol>
              </a:tblGrid>
              <a:tr h="370840">
                <a:tc>
                  <a:txBody>
                    <a:bodyPr/>
                    <a:lstStyle/>
                    <a:p>
                      <a:endParaRPr lang="en-GB" dirty="0"/>
                    </a:p>
                  </a:txBody>
                  <a:tcPr/>
                </a:tc>
                <a:tc>
                  <a:txBody>
                    <a:bodyPr/>
                    <a:lstStyle/>
                    <a:p>
                      <a:r>
                        <a:rPr lang="en-GB" dirty="0"/>
                        <a:t>Signature / Call</a:t>
                      </a:r>
                    </a:p>
                  </a:txBody>
                  <a:tcPr/>
                </a:tc>
                <a:tc>
                  <a:txBody>
                    <a:bodyPr/>
                    <a:lstStyle/>
                    <a:p>
                      <a:r>
                        <a:rPr lang="en-GB" sz="1600" dirty="0"/>
                        <a:t>Syntactically</a:t>
                      </a:r>
                      <a:r>
                        <a:rPr lang="en-GB" sz="1600" baseline="0" dirty="0"/>
                        <a:t> Correct</a:t>
                      </a:r>
                      <a:endParaRPr lang="en-GB" sz="1600" dirty="0"/>
                    </a:p>
                  </a:txBody>
                  <a:tcPr/>
                </a:tc>
                <a:tc>
                  <a:txBody>
                    <a:bodyPr/>
                    <a:lstStyle/>
                    <a:p>
                      <a:r>
                        <a:rPr lang="en-GB" sz="1600" dirty="0"/>
                        <a:t>Semantically</a:t>
                      </a:r>
                      <a:r>
                        <a:rPr lang="en-GB" sz="1600" baseline="0" dirty="0"/>
                        <a:t> Correct</a:t>
                      </a:r>
                      <a:endParaRPr lang="en-GB" sz="1600" dirty="0"/>
                    </a:p>
                  </a:txBody>
                  <a:tcPr/>
                </a:tc>
                <a:extLst>
                  <a:ext uri="{0D108BD9-81ED-4DB2-BD59-A6C34878D82A}">
                    <a16:rowId xmlns:a16="http://schemas.microsoft.com/office/drawing/2014/main" val="10000"/>
                  </a:ext>
                </a:extLst>
              </a:tr>
              <a:tr h="370840">
                <a:tc>
                  <a:txBody>
                    <a:bodyPr/>
                    <a:lstStyle/>
                    <a:p>
                      <a:r>
                        <a:rPr lang="en-GB" dirty="0"/>
                        <a:t>Server</a:t>
                      </a:r>
                    </a:p>
                  </a:txBody>
                  <a:tcPr/>
                </a:tc>
                <a:tc>
                  <a:txBody>
                    <a:bodyPr/>
                    <a:lstStyle/>
                    <a:p>
                      <a:r>
                        <a:rPr lang="en-GB" sz="1600" dirty="0"/>
                        <a:t>+ debit (amount:</a:t>
                      </a:r>
                      <a:r>
                        <a:rPr lang="en-GB" sz="1600" baseline="0" dirty="0"/>
                        <a:t> integer,</a:t>
                      </a:r>
                    </a:p>
                    <a:p>
                      <a:r>
                        <a:rPr lang="en-GB" sz="1600" baseline="0" dirty="0"/>
                        <a:t>             accountNo: integer): integer</a:t>
                      </a:r>
                      <a:endParaRPr lang="en-GB" sz="1600"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10001"/>
                  </a:ext>
                </a:extLst>
              </a:tr>
              <a:tr h="370840">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10002"/>
                  </a:ext>
                </a:extLst>
              </a:tr>
              <a:tr h="370840">
                <a:tc>
                  <a:txBody>
                    <a:bodyPr/>
                    <a:lstStyle/>
                    <a:p>
                      <a:r>
                        <a:rPr lang="en-GB" dirty="0"/>
                        <a:t>Client 1 call</a:t>
                      </a:r>
                    </a:p>
                  </a:txBody>
                  <a:tcPr/>
                </a:tc>
                <a:tc>
                  <a:txBody>
                    <a:bodyPr/>
                    <a:lstStyle/>
                    <a:p>
                      <a:r>
                        <a:rPr lang="en-GB" dirty="0"/>
                        <a:t>debit(100,176588932)</a:t>
                      </a:r>
                    </a:p>
                  </a:txBody>
                  <a:tcPr/>
                </a:tc>
                <a:tc>
                  <a:txBody>
                    <a:bodyPr/>
                    <a:lstStyle/>
                    <a:p>
                      <a:r>
                        <a:rPr lang="en-GB" dirty="0"/>
                        <a:t>YES</a:t>
                      </a:r>
                    </a:p>
                  </a:txBody>
                  <a:tcPr/>
                </a:tc>
                <a:tc>
                  <a:txBody>
                    <a:bodyPr/>
                    <a:lstStyle/>
                    <a:p>
                      <a:r>
                        <a:rPr lang="en-GB" dirty="0"/>
                        <a:t>YES</a:t>
                      </a:r>
                    </a:p>
                  </a:txBody>
                  <a:tcPr/>
                </a:tc>
                <a:extLst>
                  <a:ext uri="{0D108BD9-81ED-4DB2-BD59-A6C34878D82A}">
                    <a16:rowId xmlns:a16="http://schemas.microsoft.com/office/drawing/2014/main" val="10003"/>
                  </a:ext>
                </a:extLst>
              </a:tr>
              <a:tr h="370840">
                <a:tc>
                  <a:txBody>
                    <a:bodyPr/>
                    <a:lstStyle/>
                    <a:p>
                      <a:r>
                        <a:rPr lang="en-GB" dirty="0"/>
                        <a:t>Client 2 call</a:t>
                      </a:r>
                    </a:p>
                  </a:txBody>
                  <a:tcPr/>
                </a:tc>
                <a:tc>
                  <a:txBody>
                    <a:bodyPr/>
                    <a:lstStyle/>
                    <a:p>
                      <a:r>
                        <a:rPr lang="en-GB" dirty="0"/>
                        <a:t>debit(100.00, 176588932)</a:t>
                      </a:r>
                    </a:p>
                  </a:txBody>
                  <a:tcPr/>
                </a:tc>
                <a:tc>
                  <a:txBody>
                    <a:bodyPr/>
                    <a:lstStyle/>
                    <a:p>
                      <a:r>
                        <a:rPr lang="en-GB" dirty="0"/>
                        <a:t>NO</a:t>
                      </a:r>
                    </a:p>
                  </a:txBody>
                  <a:tcPr/>
                </a:tc>
                <a:tc>
                  <a:txBody>
                    <a:bodyPr/>
                    <a:lstStyle/>
                    <a:p>
                      <a:r>
                        <a:rPr lang="en-GB" dirty="0"/>
                        <a:t>YES</a:t>
                      </a:r>
                    </a:p>
                  </a:txBody>
                  <a:tcPr/>
                </a:tc>
                <a:extLst>
                  <a:ext uri="{0D108BD9-81ED-4DB2-BD59-A6C34878D82A}">
                    <a16:rowId xmlns:a16="http://schemas.microsoft.com/office/drawing/2014/main" val="10004"/>
                  </a:ext>
                </a:extLst>
              </a:tr>
              <a:tr h="370840">
                <a:tc>
                  <a:txBody>
                    <a:bodyPr/>
                    <a:lstStyle/>
                    <a:p>
                      <a:r>
                        <a:rPr lang="en-GB" dirty="0"/>
                        <a:t>Client</a:t>
                      </a:r>
                      <a:r>
                        <a:rPr lang="en-GB" baseline="0" dirty="0"/>
                        <a:t> 3 call</a:t>
                      </a:r>
                      <a:endParaRPr lang="en-GB" dirty="0"/>
                    </a:p>
                  </a:txBody>
                  <a:tcPr/>
                </a:tc>
                <a:tc>
                  <a:txBody>
                    <a:bodyPr/>
                    <a:lstStyle/>
                    <a:p>
                      <a:r>
                        <a:rPr lang="en-GB" dirty="0"/>
                        <a:t>debit(176588932,100)</a:t>
                      </a:r>
                    </a:p>
                  </a:txBody>
                  <a:tcPr/>
                </a:tc>
                <a:tc>
                  <a:txBody>
                    <a:bodyPr/>
                    <a:lstStyle/>
                    <a:p>
                      <a:r>
                        <a:rPr lang="en-GB" dirty="0"/>
                        <a:t>YES</a:t>
                      </a:r>
                    </a:p>
                  </a:txBody>
                  <a:tcPr/>
                </a:tc>
                <a:tc>
                  <a:txBody>
                    <a:bodyPr/>
                    <a:lstStyle/>
                    <a:p>
                      <a:r>
                        <a:rPr lang="en-GB" dirty="0"/>
                        <a:t>NO</a:t>
                      </a:r>
                    </a:p>
                  </a:txBody>
                  <a:tcPr/>
                </a:tc>
                <a:extLst>
                  <a:ext uri="{0D108BD9-81ED-4DB2-BD59-A6C34878D82A}">
                    <a16:rowId xmlns:a16="http://schemas.microsoft.com/office/drawing/2014/main" val="10005"/>
                  </a:ext>
                </a:extLst>
              </a:tr>
            </a:tbl>
          </a:graphicData>
        </a:graphic>
      </p:graphicFrame>
      <p:sp>
        <p:nvSpPr>
          <p:cNvPr id="6" name="TextBox 5"/>
          <p:cNvSpPr txBox="1"/>
          <p:nvPr/>
        </p:nvSpPr>
        <p:spPr>
          <a:xfrm>
            <a:off x="1475656" y="5517232"/>
            <a:ext cx="4390946" cy="92333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171616"/>
                </a:solidFill>
                <a:effectLst/>
                <a:uLnTx/>
                <a:uFillTx/>
                <a:latin typeface="Arial" charset="0"/>
                <a:ea typeface="+mn-ea"/>
                <a:cs typeface="+mn-cs"/>
              </a:rPr>
              <a:t>Note:</a:t>
            </a:r>
          </a:p>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defRPr/>
            </a:pPr>
            <a:r>
              <a:rPr kumimoji="0" lang="en-GB" sz="1800" b="0" i="0" u="none" strike="noStrike" kern="1200" cap="none" spc="0" normalizeH="0" baseline="0" noProof="0" dirty="0">
                <a:ln>
                  <a:noFill/>
                </a:ln>
                <a:solidFill>
                  <a:srgbClr val="171616"/>
                </a:solidFill>
                <a:effectLst/>
                <a:uLnTx/>
                <a:uFillTx/>
                <a:latin typeface="Arial" charset="0"/>
                <a:ea typeface="+mn-ea"/>
                <a:cs typeface="+mn-cs"/>
              </a:rPr>
              <a:t>Compilers enforce syntactic checks.</a:t>
            </a:r>
          </a:p>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defRPr/>
            </a:pPr>
            <a:r>
              <a:rPr kumimoji="0" lang="en-GB" sz="1800" b="0" i="0" u="none" strike="noStrike" kern="1200" cap="none" spc="0" normalizeH="0" baseline="0" noProof="0" dirty="0">
                <a:ln>
                  <a:noFill/>
                </a:ln>
                <a:solidFill>
                  <a:srgbClr val="171616"/>
                </a:solidFill>
                <a:effectLst/>
                <a:uLnTx/>
                <a:uFillTx/>
                <a:latin typeface="Arial" charset="0"/>
                <a:ea typeface="+mn-ea"/>
                <a:cs typeface="+mn-cs"/>
              </a:rPr>
              <a:t>Cannot enforce semantic compliance.</a:t>
            </a:r>
          </a:p>
        </p:txBody>
      </p:sp>
      <p:sp>
        <p:nvSpPr>
          <p:cNvPr id="7" name="Oval 6"/>
          <p:cNvSpPr/>
          <p:nvPr/>
        </p:nvSpPr>
        <p:spPr>
          <a:xfrm>
            <a:off x="251520" y="4653136"/>
            <a:ext cx="8280920" cy="72008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IE"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8" name="TextBox 7"/>
          <p:cNvSpPr txBox="1"/>
          <p:nvPr/>
        </p:nvSpPr>
        <p:spPr>
          <a:xfrm>
            <a:off x="467544" y="1484784"/>
            <a:ext cx="8280920" cy="92333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171616"/>
                </a:solidFill>
                <a:effectLst/>
                <a:uLnTx/>
                <a:uFillTx/>
                <a:latin typeface="Arial" charset="0"/>
                <a:ea typeface="+mn-ea"/>
                <a:cs typeface="+mn-cs"/>
              </a:rPr>
              <a:t>Retail banking example: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171616"/>
                </a:solidFill>
                <a:effectLst/>
                <a:uLnTx/>
                <a:uFillTx/>
                <a:latin typeface="Arial" charset="0"/>
                <a:ea typeface="+mn-ea"/>
                <a:cs typeface="+mn-cs"/>
              </a:rPr>
              <a:t>	Jim has a balance of 100 in his Current Account No. 176588932.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E" sz="1800" b="0" i="0" u="none" strike="noStrike" kern="1200" cap="none" spc="0" normalizeH="0" baseline="0" noProof="0" dirty="0">
              <a:ln>
                <a:noFill/>
              </a:ln>
              <a:solidFill>
                <a:srgbClr val="171616"/>
              </a:solidFill>
              <a:effectLst/>
              <a:uLnTx/>
              <a:uFillTx/>
              <a:latin typeface="Arial" charset="0"/>
              <a:ea typeface="+mn-ea"/>
              <a:cs typeface="+mn-cs"/>
            </a:endParaRPr>
          </a:p>
        </p:txBody>
      </p:sp>
    </p:spTree>
    <p:extLst>
      <p:ext uri="{BB962C8B-B14F-4D97-AF65-F5344CB8AC3E}">
        <p14:creationId xmlns:p14="http://schemas.microsoft.com/office/powerpoint/2010/main" val="19179202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fontScale="90000"/>
          </a:bodyPr>
          <a:lstStyle/>
          <a:p>
            <a:r>
              <a:rPr lang="en-GB" sz="3800" dirty="0"/>
              <a:t>4. Good Software: Context Dependencies</a:t>
            </a:r>
          </a:p>
        </p:txBody>
      </p:sp>
      <p:sp>
        <p:nvSpPr>
          <p:cNvPr id="33795" name="Rectangle 3"/>
          <p:cNvSpPr>
            <a:spLocks noGrp="1" noChangeArrowheads="1"/>
          </p:cNvSpPr>
          <p:nvPr>
            <p:ph idx="1"/>
          </p:nvPr>
        </p:nvSpPr>
        <p:spPr>
          <a:xfrm>
            <a:off x="251520" y="1600200"/>
            <a:ext cx="8640960" cy="5069160"/>
          </a:xfrm>
        </p:spPr>
        <p:txBody>
          <a:bodyPr>
            <a:normAutofit/>
          </a:bodyPr>
          <a:lstStyle/>
          <a:p>
            <a:r>
              <a:rPr lang="en-GB" dirty="0"/>
              <a:t>The services a module requires are called its context dependencies. May be expressed in terms of an interface.</a:t>
            </a:r>
          </a:p>
          <a:p>
            <a:pPr lvl="1"/>
            <a:r>
              <a:rPr lang="en-GB" dirty="0"/>
              <a:t>i.e. Libraries, operating system, etc.</a:t>
            </a:r>
          </a:p>
          <a:p>
            <a:pPr>
              <a:buFont typeface="Wingdings" pitchFamily="2" charset="2"/>
              <a:buNone/>
            </a:pPr>
            <a:endParaRPr lang="en-GB" sz="800" dirty="0"/>
          </a:p>
          <a:p>
            <a:r>
              <a:rPr lang="en-GB" dirty="0"/>
              <a:t>The module's own interface(s) and its context dependencies constitute a contract describing the module's responsibilities.</a:t>
            </a:r>
          </a:p>
          <a:p>
            <a:r>
              <a:rPr lang="en-GB" dirty="0"/>
              <a:t>If a module changes internally without changing its interface, this change will not impact other modules that depend on it.</a:t>
            </a:r>
          </a:p>
        </p:txBody>
      </p:sp>
      <p:sp>
        <p:nvSpPr>
          <p:cNvPr id="4" name="Slide Number Placeholder 5"/>
          <p:cNvSpPr>
            <a:spLocks noGrp="1"/>
          </p:cNvSpPr>
          <p:nvPr>
            <p:ph type="sldNum" sz="quarter" idx="12"/>
          </p:nvPr>
        </p:nvSpPr>
        <p:spPr/>
        <p:txBody>
          <a:bodyPr>
            <a:normAutofit fontScale="85000" lnSpcReduction="20000"/>
          </a:bodyPr>
          <a:lstStyle/>
          <a:p>
            <a:fld id="{F222FAD9-036F-4F18-A9AA-89E153B60D5B}" type="slidenum">
              <a:rPr lang="en-GB"/>
              <a:pPr/>
              <a:t>31</a:t>
            </a:fld>
            <a:endParaRPr lang="en-GB"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4. Interfaces</a:t>
            </a:r>
          </a:p>
        </p:txBody>
      </p:sp>
      <p:sp>
        <p:nvSpPr>
          <p:cNvPr id="3" name="Slide Number Placeholder 2"/>
          <p:cNvSpPr>
            <a:spLocks noGrp="1"/>
          </p:cNvSpPr>
          <p:nvPr>
            <p:ph type="sldNum" sz="quarter" idx="12"/>
          </p:nvPr>
        </p:nvSpPr>
        <p:spPr/>
        <p:txBody>
          <a:bodyPr>
            <a:normAutofit fontScale="85000" lnSpcReduction="20000"/>
          </a:bodyPr>
          <a:lstStyle/>
          <a:p>
            <a:pPr>
              <a:defRPr/>
            </a:pPr>
            <a:fld id="{73F4E989-F763-4004-9F33-B18218F0D50C}" type="slidenum">
              <a:rPr lang="en-US" altLang="en-US" smtClean="0"/>
              <a:pPr>
                <a:defRPr/>
              </a:pPr>
              <a:t>32</a:t>
            </a:fld>
            <a:endParaRPr lang="en-US" altLang="en-US" dirty="0"/>
          </a:p>
        </p:txBody>
      </p:sp>
      <p:graphicFrame>
        <p:nvGraphicFramePr>
          <p:cNvPr id="8" name="Content Placeholder 3">
            <a:extLst>
              <a:ext uri="{FF2B5EF4-FFF2-40B4-BE49-F238E27FC236}">
                <a16:creationId xmlns:a16="http://schemas.microsoft.com/office/drawing/2014/main" id="{08977965-CDE7-82D0-096D-BE07B5E1C425}"/>
              </a:ext>
            </a:extLst>
          </p:cNvPr>
          <p:cNvGraphicFramePr>
            <a:graphicFrameLocks noGrp="1"/>
          </p:cNvGraphicFramePr>
          <p:nvPr>
            <p:ph sz="quarter" idx="1"/>
            <p:extLst>
              <p:ext uri="{D42A27DB-BD31-4B8C-83A1-F6EECF244321}">
                <p14:modId xmlns:p14="http://schemas.microsoft.com/office/powerpoint/2010/main" val="1253566674"/>
              </p:ext>
            </p:extLst>
          </p:nvPr>
        </p:nvGraphicFramePr>
        <p:xfrm>
          <a:off x="251520" y="1600200"/>
          <a:ext cx="8712968"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7886700" cy="704101"/>
          </a:xfrm>
        </p:spPr>
        <p:txBody>
          <a:bodyPr/>
          <a:lstStyle/>
          <a:p>
            <a:r>
              <a:rPr lang="en-IE" dirty="0"/>
              <a:t>Interfaces.</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4" name="Content Placeholder 3"/>
          <p:cNvSpPr>
            <a:spLocks noGrp="1"/>
          </p:cNvSpPr>
          <p:nvPr>
            <p:ph sz="quarter" idx="1"/>
          </p:nvPr>
        </p:nvSpPr>
        <p:spPr>
          <a:xfrm>
            <a:off x="395536" y="1268760"/>
            <a:ext cx="8280920" cy="5544616"/>
          </a:xfrm>
        </p:spPr>
        <p:txBody>
          <a:bodyPr>
            <a:normAutofit lnSpcReduction="10000"/>
          </a:bodyPr>
          <a:lstStyle/>
          <a:p>
            <a:pPr>
              <a:spcBef>
                <a:spcPts val="1200"/>
              </a:spcBef>
              <a:spcAft>
                <a:spcPts val="600"/>
              </a:spcAft>
            </a:pPr>
            <a:r>
              <a:rPr lang="en-IE" sz="2400" dirty="0"/>
              <a:t>Operations in interfaces can have </a:t>
            </a:r>
            <a:r>
              <a:rPr lang="en-IE" sz="2400" b="1" u="sng" dirty="0">
                <a:solidFill>
                  <a:srgbClr val="0000FF"/>
                </a:solidFill>
              </a:rPr>
              <a:t>pre and post conditions</a:t>
            </a:r>
          </a:p>
          <a:p>
            <a:pPr>
              <a:spcBef>
                <a:spcPts val="1200"/>
              </a:spcBef>
              <a:spcAft>
                <a:spcPts val="600"/>
              </a:spcAft>
            </a:pPr>
            <a:r>
              <a:rPr lang="en-IE" sz="2400" dirty="0"/>
              <a:t>Example: operation debit(account no, amount) on class Account</a:t>
            </a:r>
          </a:p>
          <a:p>
            <a:pPr lvl="1">
              <a:spcBef>
                <a:spcPts val="1200"/>
              </a:spcBef>
              <a:spcAft>
                <a:spcPts val="600"/>
              </a:spcAft>
            </a:pPr>
            <a:r>
              <a:rPr lang="en-IE" sz="2400" dirty="0"/>
              <a:t>Pre: </a:t>
            </a:r>
          </a:p>
          <a:p>
            <a:pPr lvl="2">
              <a:spcBef>
                <a:spcPts val="1200"/>
              </a:spcBef>
              <a:spcAft>
                <a:spcPts val="600"/>
              </a:spcAft>
            </a:pPr>
            <a:r>
              <a:rPr lang="en-IE" sz="2400" dirty="0"/>
              <a:t>Account.balance – amount &gt; Account.overdraftLimit;</a:t>
            </a:r>
          </a:p>
          <a:p>
            <a:pPr lvl="1">
              <a:spcBef>
                <a:spcPts val="1200"/>
              </a:spcBef>
              <a:spcAft>
                <a:spcPts val="600"/>
              </a:spcAft>
            </a:pPr>
            <a:r>
              <a:rPr lang="en-IE" sz="2400" dirty="0"/>
              <a:t>Post: </a:t>
            </a:r>
          </a:p>
          <a:p>
            <a:pPr lvl="2">
              <a:spcBef>
                <a:spcPts val="1200"/>
              </a:spcBef>
              <a:spcAft>
                <a:spcPts val="600"/>
              </a:spcAft>
            </a:pPr>
            <a:r>
              <a:rPr lang="en-IE" sz="2400" dirty="0"/>
              <a:t>Account.balance has been decremented by amount;</a:t>
            </a:r>
          </a:p>
          <a:p>
            <a:pPr lvl="2">
              <a:spcBef>
                <a:spcPts val="1200"/>
              </a:spcBef>
              <a:spcAft>
                <a:spcPts val="600"/>
              </a:spcAft>
            </a:pPr>
            <a:r>
              <a:rPr lang="en-IE" sz="2400" dirty="0"/>
              <a:t>Transaction has been persisted;</a:t>
            </a:r>
          </a:p>
          <a:p>
            <a:pPr lvl="2">
              <a:spcBef>
                <a:spcPts val="1200"/>
              </a:spcBef>
              <a:spcAft>
                <a:spcPts val="600"/>
              </a:spcAft>
            </a:pPr>
            <a:r>
              <a:rPr lang="en-IE" sz="2400" dirty="0"/>
              <a:t>Transaction has been logged;</a:t>
            </a:r>
          </a:p>
          <a:p>
            <a:pPr>
              <a:spcBef>
                <a:spcPts val="1200"/>
              </a:spcBef>
              <a:spcAft>
                <a:spcPts val="600"/>
              </a:spcAft>
            </a:pPr>
            <a:r>
              <a:rPr lang="en-IE" sz="2400" dirty="0"/>
              <a:t>Conceptually similar to the fine print in a contract</a:t>
            </a:r>
          </a:p>
          <a:p>
            <a:pPr>
              <a:spcBef>
                <a:spcPts val="1200"/>
              </a:spcBef>
              <a:spcAft>
                <a:spcPts val="600"/>
              </a:spcAft>
              <a:buNone/>
            </a:pPr>
            <a:endParaRPr lang="en-IE" sz="2000" dirty="0"/>
          </a:p>
        </p:txBody>
      </p:sp>
    </p:spTree>
    <p:extLst>
      <p:ext uri="{BB962C8B-B14F-4D97-AF65-F5344CB8AC3E}">
        <p14:creationId xmlns:p14="http://schemas.microsoft.com/office/powerpoint/2010/main" val="17394174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60648"/>
            <a:ext cx="7886700" cy="704101"/>
          </a:xfrm>
        </p:spPr>
        <p:txBody>
          <a:bodyPr/>
          <a:lstStyle/>
          <a:p>
            <a:r>
              <a:rPr lang="en-IE" dirty="0"/>
              <a:t>Interfaces.</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4" name="Content Placeholder 3"/>
          <p:cNvSpPr>
            <a:spLocks noGrp="1"/>
          </p:cNvSpPr>
          <p:nvPr>
            <p:ph sz="quarter" idx="1"/>
          </p:nvPr>
        </p:nvSpPr>
        <p:spPr>
          <a:xfrm>
            <a:off x="107504" y="1196752"/>
            <a:ext cx="8928992" cy="5328592"/>
          </a:xfrm>
        </p:spPr>
        <p:txBody>
          <a:bodyPr>
            <a:normAutofit fontScale="92500"/>
          </a:bodyPr>
          <a:lstStyle/>
          <a:p>
            <a:pPr>
              <a:spcBef>
                <a:spcPts val="1200"/>
              </a:spcBef>
              <a:spcAft>
                <a:spcPts val="600"/>
              </a:spcAft>
            </a:pPr>
            <a:r>
              <a:rPr lang="en-IE" sz="2400" dirty="0"/>
              <a:t>If pre-condition is not satisfied, no obligation on service provider – object(s), to support a valid engagement</a:t>
            </a:r>
          </a:p>
          <a:p>
            <a:pPr>
              <a:spcBef>
                <a:spcPts val="1200"/>
              </a:spcBef>
              <a:spcAft>
                <a:spcPts val="600"/>
              </a:spcAft>
            </a:pPr>
            <a:r>
              <a:rPr lang="en-IE" sz="2400" dirty="0"/>
              <a:t>Otherwise, service provider guarantees that the state of the salient parts of the system will be as specified in post condition</a:t>
            </a:r>
          </a:p>
          <a:p>
            <a:pPr>
              <a:spcBef>
                <a:spcPts val="1200"/>
              </a:spcBef>
              <a:spcAft>
                <a:spcPts val="600"/>
              </a:spcAft>
            </a:pPr>
            <a:r>
              <a:rPr lang="en-IE" sz="2400" b="1" u="sng" dirty="0">
                <a:solidFill>
                  <a:srgbClr val="0000FF"/>
                </a:solidFill>
              </a:rPr>
              <a:t>Pre conditions can help eliminate defensive programming when writing a method</a:t>
            </a:r>
          </a:p>
          <a:p>
            <a:pPr lvl="1">
              <a:spcBef>
                <a:spcPts val="1200"/>
              </a:spcBef>
              <a:spcAft>
                <a:spcPts val="600"/>
              </a:spcAft>
            </a:pPr>
            <a:r>
              <a:rPr lang="en-IE" sz="2400" dirty="0"/>
              <a:t>Who is responsible for ensuring that pre-condition is satisfied?</a:t>
            </a:r>
          </a:p>
          <a:p>
            <a:pPr>
              <a:spcBef>
                <a:spcPts val="1200"/>
              </a:spcBef>
              <a:spcAft>
                <a:spcPts val="600"/>
              </a:spcAft>
            </a:pPr>
            <a:r>
              <a:rPr lang="en-IE" sz="2400" dirty="0"/>
              <a:t>See Betrand Meyer’s 1992 paper “Design by Contract” which popularised the concept of pre and post conditions.</a:t>
            </a:r>
          </a:p>
          <a:p>
            <a:pPr lvl="1">
              <a:spcBef>
                <a:spcPts val="1200"/>
              </a:spcBef>
              <a:spcAft>
                <a:spcPts val="600"/>
              </a:spcAft>
            </a:pPr>
            <a:r>
              <a:rPr lang="en-IE" sz="2400" dirty="0"/>
              <a:t>http://se.ethz.ch/~meyer/publications/computer/contract.pdf</a:t>
            </a:r>
          </a:p>
          <a:p>
            <a:pPr>
              <a:spcBef>
                <a:spcPts val="1200"/>
              </a:spcBef>
              <a:spcAft>
                <a:spcPts val="600"/>
              </a:spcAft>
            </a:pPr>
            <a:r>
              <a:rPr lang="en-IE" sz="2400" dirty="0"/>
              <a:t>Led to development of </a:t>
            </a:r>
            <a:r>
              <a:rPr lang="en-IE" sz="2400" b="1" dirty="0">
                <a:solidFill>
                  <a:srgbClr val="0000FF"/>
                </a:solidFill>
              </a:rPr>
              <a:t>Eiffel</a:t>
            </a:r>
            <a:r>
              <a:rPr lang="en-IE" sz="2400" dirty="0"/>
              <a:t>, a constraint-based OO language.</a:t>
            </a:r>
          </a:p>
          <a:p>
            <a:pPr lvl="1">
              <a:spcBef>
                <a:spcPts val="1200"/>
              </a:spcBef>
              <a:spcAft>
                <a:spcPts val="600"/>
              </a:spcAft>
            </a:pPr>
            <a:r>
              <a:rPr lang="en-IE" sz="2400" dirty="0"/>
              <a:t>As opposed to a type-based OO language.</a:t>
            </a:r>
          </a:p>
        </p:txBody>
      </p:sp>
    </p:spTree>
    <p:extLst>
      <p:ext uri="{BB962C8B-B14F-4D97-AF65-F5344CB8AC3E}">
        <p14:creationId xmlns:p14="http://schemas.microsoft.com/office/powerpoint/2010/main" val="3642448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0" y="476672"/>
            <a:ext cx="9036496" cy="742528"/>
          </a:xfrm>
        </p:spPr>
        <p:txBody>
          <a:bodyPr>
            <a:normAutofit fontScale="90000"/>
          </a:bodyPr>
          <a:lstStyle/>
          <a:p>
            <a:r>
              <a:rPr lang="en-GB" sz="2700" dirty="0"/>
              <a:t>4. Good Software: </a:t>
            </a:r>
            <a:r>
              <a:rPr lang="en-GB" sz="2700" b="1" dirty="0"/>
              <a:t>Benefits of Modularity with Defined Interfaces</a:t>
            </a:r>
            <a:br>
              <a:rPr lang="en-US" dirty="0"/>
            </a:br>
            <a:endParaRPr lang="en-GB" dirty="0"/>
          </a:p>
        </p:txBody>
      </p:sp>
      <p:graphicFrame>
        <p:nvGraphicFramePr>
          <p:cNvPr id="34822" name="Rectangle 3">
            <a:extLst>
              <a:ext uri="{FF2B5EF4-FFF2-40B4-BE49-F238E27FC236}">
                <a16:creationId xmlns:a16="http://schemas.microsoft.com/office/drawing/2014/main" id="{3461CB50-D185-C79F-70C0-DCC344E21B62}"/>
              </a:ext>
            </a:extLst>
          </p:cNvPr>
          <p:cNvGraphicFramePr>
            <a:graphicFrameLocks noGrp="1"/>
          </p:cNvGraphicFramePr>
          <p:nvPr>
            <p:ph idx="1"/>
            <p:extLst>
              <p:ext uri="{D42A27DB-BD31-4B8C-83A1-F6EECF244321}">
                <p14:modId xmlns:p14="http://schemas.microsoft.com/office/powerpoint/2010/main" val="3496100319"/>
              </p:ext>
            </p:extLst>
          </p:nvPr>
        </p:nvGraphicFramePr>
        <p:xfrm>
          <a:off x="251520" y="1628800"/>
          <a:ext cx="8712968" cy="50405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5"/>
          <p:cNvSpPr>
            <a:spLocks noGrp="1"/>
          </p:cNvSpPr>
          <p:nvPr>
            <p:ph type="sldNum" sz="quarter" idx="12"/>
          </p:nvPr>
        </p:nvSpPr>
        <p:spPr/>
        <p:txBody>
          <a:bodyPr>
            <a:normAutofit fontScale="85000" lnSpcReduction="20000"/>
          </a:bodyPr>
          <a:lstStyle/>
          <a:p>
            <a:fld id="{F75C5A1B-3651-4580-8131-6E5CB86A2808}" type="slidenum">
              <a:rPr lang="en-GB"/>
              <a:pPr/>
              <a:t>35</a:t>
            </a:fld>
            <a:endParaRPr lang="en-GB"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GB" dirty="0"/>
              <a:t>4. Good Software</a:t>
            </a:r>
          </a:p>
        </p:txBody>
      </p:sp>
      <p:sp>
        <p:nvSpPr>
          <p:cNvPr id="4" name="Slide Number Placeholder 5"/>
          <p:cNvSpPr>
            <a:spLocks noGrp="1"/>
          </p:cNvSpPr>
          <p:nvPr>
            <p:ph type="sldNum" sz="quarter" idx="12"/>
          </p:nvPr>
        </p:nvSpPr>
        <p:spPr/>
        <p:txBody>
          <a:bodyPr>
            <a:normAutofit fontScale="85000" lnSpcReduction="20000"/>
          </a:bodyPr>
          <a:lstStyle/>
          <a:p>
            <a:fld id="{8B7A6C7B-5C6C-4B94-83E1-FE49C604E2A0}" type="slidenum">
              <a:rPr lang="en-GB" smtClean="0"/>
              <a:pPr/>
              <a:t>36</a:t>
            </a:fld>
            <a:endParaRPr lang="en-GB" dirty="0"/>
          </a:p>
        </p:txBody>
      </p:sp>
      <p:sp>
        <p:nvSpPr>
          <p:cNvPr id="35843" name="Rectangle 3"/>
          <p:cNvSpPr>
            <a:spLocks noGrp="1" noChangeArrowheads="1"/>
          </p:cNvSpPr>
          <p:nvPr>
            <p:ph idx="1"/>
          </p:nvPr>
        </p:nvSpPr>
        <p:spPr>
          <a:xfrm>
            <a:off x="395536" y="1600200"/>
            <a:ext cx="8568952" cy="4997152"/>
          </a:xfrm>
        </p:spPr>
        <p:txBody>
          <a:bodyPr>
            <a:normAutofit fontScale="92500" lnSpcReduction="10000"/>
          </a:bodyPr>
          <a:lstStyle/>
          <a:p>
            <a:pPr marL="0" indent="0">
              <a:buNone/>
            </a:pPr>
            <a:r>
              <a:rPr lang="en-GB" sz="3500" b="1" dirty="0">
                <a:solidFill>
                  <a:srgbClr val="0000FF"/>
                </a:solidFill>
                <a:effectLst>
                  <a:outerShdw blurRad="38100" dist="38100" dir="2700000" algn="tl">
                    <a:srgbClr val="000000">
                      <a:alpha val="43137"/>
                    </a:srgbClr>
                  </a:outerShdw>
                </a:effectLst>
              </a:rPr>
              <a:t>Cohesion, Abstraction, Encapsulation,  and Information Hiding.</a:t>
            </a:r>
          </a:p>
          <a:p>
            <a:r>
              <a:rPr lang="en-GB" dirty="0"/>
              <a:t>Good modules have the property that their interfaces provide an abstraction of some intuitively understood concept.</a:t>
            </a:r>
          </a:p>
          <a:p>
            <a:r>
              <a:rPr lang="en-GB" dirty="0"/>
              <a:t>Such modules are said to have high cohesion.</a:t>
            </a:r>
          </a:p>
          <a:p>
            <a:r>
              <a:rPr lang="en-GB" dirty="0"/>
              <a:t>Abstraction is when a client of a module does not need to know more than is documented in the interface.</a:t>
            </a:r>
          </a:p>
          <a:p>
            <a:r>
              <a:rPr lang="en-GB" dirty="0"/>
              <a:t>Encapsulation is when a client is not allowed to know more than is in the interface.</a:t>
            </a:r>
          </a:p>
          <a:p>
            <a:r>
              <a:rPr lang="en-GB" dirty="0"/>
              <a:t>Information hiding - encapsulation and abstraction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GB" dirty="0"/>
              <a:t>4. Good Software</a:t>
            </a:r>
          </a:p>
        </p:txBody>
      </p:sp>
      <p:sp>
        <p:nvSpPr>
          <p:cNvPr id="36867" name="Rectangle 3"/>
          <p:cNvSpPr>
            <a:spLocks noGrp="1" noChangeArrowheads="1"/>
          </p:cNvSpPr>
          <p:nvPr>
            <p:ph idx="1"/>
          </p:nvPr>
        </p:nvSpPr>
        <p:spPr/>
        <p:txBody>
          <a:bodyPr>
            <a:normAutofit fontScale="92500" lnSpcReduction="20000"/>
          </a:bodyPr>
          <a:lstStyle/>
          <a:p>
            <a:endParaRPr lang="en-GB" dirty="0"/>
          </a:p>
          <a:p>
            <a:r>
              <a:rPr lang="en-GB" sz="3900" b="1" dirty="0">
                <a:solidFill>
                  <a:srgbClr val="0000FF"/>
                </a:solidFill>
              </a:rPr>
              <a:t>A good system consists of encapsulated modules with high cohesion and managed dependencies that are at the correct level of abstraction. The services provided by the system are clearly specified through interfaces. </a:t>
            </a:r>
          </a:p>
          <a:p>
            <a:pPr>
              <a:buFont typeface="Wingdings" pitchFamily="2" charset="2"/>
              <a:buNone/>
            </a:pPr>
            <a:endParaRPr lang="en-GB" dirty="0"/>
          </a:p>
          <a:p>
            <a:pPr>
              <a:buFont typeface="Wingdings" pitchFamily="2" charset="2"/>
              <a:buNone/>
            </a:pPr>
            <a:r>
              <a:rPr lang="en-GB" dirty="0"/>
              <a:t>	(</a:t>
            </a:r>
            <a:r>
              <a:rPr lang="en-GB" sz="2400" dirty="0"/>
              <a:t>Stevens and Pooley, 2000).</a:t>
            </a:r>
          </a:p>
        </p:txBody>
      </p:sp>
      <p:sp>
        <p:nvSpPr>
          <p:cNvPr id="4" name="Slide Number Placeholder 5"/>
          <p:cNvSpPr>
            <a:spLocks noGrp="1"/>
          </p:cNvSpPr>
          <p:nvPr>
            <p:ph type="sldNum" sz="quarter" idx="12"/>
          </p:nvPr>
        </p:nvSpPr>
        <p:spPr/>
        <p:txBody>
          <a:bodyPr>
            <a:normAutofit fontScale="85000" lnSpcReduction="20000"/>
          </a:bodyPr>
          <a:lstStyle/>
          <a:p>
            <a:fld id="{D97E2BF2-868F-4CA4-9B5E-9DEB8C808B59}" type="slidenum">
              <a:rPr lang="en-GB"/>
              <a:pPr/>
              <a:t>37</a:t>
            </a:fld>
            <a:endParaRPr lang="en-GB"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GB" dirty="0"/>
              <a:t>4. Good Software: CBD</a:t>
            </a:r>
          </a:p>
        </p:txBody>
      </p:sp>
      <p:sp>
        <p:nvSpPr>
          <p:cNvPr id="37891" name="Rectangle 3"/>
          <p:cNvSpPr>
            <a:spLocks noGrp="1" noChangeArrowheads="1"/>
          </p:cNvSpPr>
          <p:nvPr>
            <p:ph idx="1"/>
          </p:nvPr>
        </p:nvSpPr>
        <p:spPr>
          <a:xfrm>
            <a:off x="179512" y="1700808"/>
            <a:ext cx="8712968" cy="4752528"/>
          </a:xfrm>
        </p:spPr>
        <p:txBody>
          <a:bodyPr>
            <a:normAutofit/>
          </a:bodyPr>
          <a:lstStyle/>
          <a:p>
            <a:pPr>
              <a:lnSpc>
                <a:spcPct val="90000"/>
              </a:lnSpc>
              <a:buFont typeface="Wingdings" pitchFamily="2" charset="2"/>
              <a:buNone/>
            </a:pPr>
            <a:r>
              <a:rPr lang="en-GB" sz="3600" b="1" i="1" dirty="0">
                <a:solidFill>
                  <a:srgbClr val="0000FF"/>
                </a:solidFill>
                <a:effectLst>
                  <a:outerShdw blurRad="38100" dist="38100" dir="2700000" algn="tl">
                    <a:srgbClr val="000000">
                      <a:alpha val="43137"/>
                    </a:srgbClr>
                  </a:outerShdw>
                </a:effectLst>
              </a:rPr>
              <a:t>Serves as a basis for Component Based Development (CBD)</a:t>
            </a:r>
          </a:p>
          <a:p>
            <a:pPr>
              <a:lnSpc>
                <a:spcPct val="90000"/>
              </a:lnSpc>
            </a:pPr>
            <a:r>
              <a:rPr lang="en-GB" dirty="0"/>
              <a:t>A module may have several interfaces</a:t>
            </a:r>
          </a:p>
          <a:p>
            <a:pPr>
              <a:lnSpc>
                <a:spcPct val="90000"/>
              </a:lnSpc>
            </a:pPr>
            <a:r>
              <a:rPr lang="en-GB" dirty="0"/>
              <a:t>If a module is a good abstraction - high cohesion and low coupling - may be able to reuse it or replace it.</a:t>
            </a:r>
          </a:p>
          <a:p>
            <a:pPr>
              <a:lnSpc>
                <a:spcPct val="90000"/>
              </a:lnSpc>
            </a:pPr>
            <a:r>
              <a:rPr lang="en-GB" dirty="0"/>
              <a:t>Pluggable component.</a:t>
            </a:r>
          </a:p>
          <a:p>
            <a:pPr>
              <a:lnSpc>
                <a:spcPct val="90000"/>
              </a:lnSpc>
            </a:pPr>
            <a:r>
              <a:rPr lang="en-GB" dirty="0"/>
              <a:t>Also depends on the architecture in which the component is developed.</a:t>
            </a:r>
          </a:p>
          <a:p>
            <a:pPr>
              <a:lnSpc>
                <a:spcPct val="90000"/>
              </a:lnSpc>
            </a:pPr>
            <a:r>
              <a:rPr lang="en-GB" dirty="0"/>
              <a:t>Architecture-centric CBD.</a:t>
            </a:r>
          </a:p>
        </p:txBody>
      </p:sp>
      <p:sp>
        <p:nvSpPr>
          <p:cNvPr id="4" name="Slide Number Placeholder 5"/>
          <p:cNvSpPr>
            <a:spLocks noGrp="1"/>
          </p:cNvSpPr>
          <p:nvPr>
            <p:ph type="sldNum" sz="quarter" idx="12"/>
          </p:nvPr>
        </p:nvSpPr>
        <p:spPr/>
        <p:txBody>
          <a:bodyPr>
            <a:normAutofit fontScale="85000" lnSpcReduction="20000"/>
          </a:bodyPr>
          <a:lstStyle/>
          <a:p>
            <a:fld id="{6A3BA525-CB55-41B1-ADE8-9D6A6B7EAF57}" type="slidenum">
              <a:rPr lang="en-GB"/>
              <a:pPr/>
              <a:t>38</a:t>
            </a:fld>
            <a:endParaRPr lang="en-GB"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5656" y="228600"/>
            <a:ext cx="7290392" cy="990600"/>
          </a:xfrm>
        </p:spPr>
        <p:txBody>
          <a:bodyPr/>
          <a:lstStyle/>
          <a:p>
            <a:r>
              <a:rPr lang="en-IE" dirty="0"/>
              <a:t>	</a:t>
            </a:r>
            <a:r>
              <a:rPr lang="en-IE" dirty="0">
                <a:solidFill>
                  <a:schemeClr val="accent1">
                    <a:lumMod val="50000"/>
                  </a:schemeClr>
                </a:solidFill>
                <a:effectLst>
                  <a:outerShdw blurRad="38100" dist="38100" dir="2700000" algn="tl">
                    <a:srgbClr val="000000">
                      <a:alpha val="43137"/>
                    </a:srgbClr>
                  </a:outerShdw>
                </a:effectLst>
              </a:rPr>
              <a:t>Next</a:t>
            </a:r>
          </a:p>
        </p:txBody>
      </p:sp>
      <p:sp>
        <p:nvSpPr>
          <p:cNvPr id="3" name="Content Placeholder 2"/>
          <p:cNvSpPr>
            <a:spLocks noGrp="1"/>
          </p:cNvSpPr>
          <p:nvPr>
            <p:ph sz="quarter" idx="1"/>
          </p:nvPr>
        </p:nvSpPr>
        <p:spPr>
          <a:xfrm>
            <a:off x="107504" y="1628800"/>
            <a:ext cx="5760640" cy="4495800"/>
          </a:xfrm>
        </p:spPr>
        <p:txBody>
          <a:bodyPr>
            <a:normAutofit fontScale="92500"/>
          </a:bodyPr>
          <a:lstStyle/>
          <a:p>
            <a:pPr marL="514350" indent="-514350">
              <a:buFont typeface="+mj-lt"/>
              <a:buAutoNum type="arabicPeriod"/>
            </a:pPr>
            <a:r>
              <a:rPr lang="en-IE" sz="3200" dirty="0">
                <a:solidFill>
                  <a:schemeClr val="bg1">
                    <a:lumMod val="50000"/>
                  </a:schemeClr>
                </a:solidFill>
              </a:rPr>
              <a:t>Introducing the lecturer</a:t>
            </a:r>
          </a:p>
          <a:p>
            <a:pPr marL="514350" indent="-514350">
              <a:buFont typeface="+mj-lt"/>
              <a:buAutoNum type="arabicPeriod"/>
            </a:pPr>
            <a:r>
              <a:rPr lang="en-IE" sz="3200" dirty="0">
                <a:solidFill>
                  <a:schemeClr val="bg1">
                    <a:lumMod val="50000"/>
                  </a:schemeClr>
                </a:solidFill>
              </a:rPr>
              <a:t>Introduce assessment model and texts</a:t>
            </a:r>
          </a:p>
          <a:p>
            <a:pPr marL="514350" indent="-514350">
              <a:buFont typeface="+mj-lt"/>
              <a:buAutoNum type="arabicPeriod"/>
            </a:pPr>
            <a:r>
              <a:rPr lang="en-IE" sz="3200" dirty="0">
                <a:solidFill>
                  <a:schemeClr val="bg1">
                    <a:lumMod val="50000"/>
                  </a:schemeClr>
                </a:solidFill>
              </a:rPr>
              <a:t>Discuss objectives and rationale</a:t>
            </a:r>
          </a:p>
          <a:p>
            <a:pPr marL="514350" indent="-514350">
              <a:buFont typeface="+mj-lt"/>
              <a:buAutoNum type="arabicPeriod"/>
            </a:pPr>
            <a:r>
              <a:rPr lang="en-IE" sz="3200" dirty="0">
                <a:solidFill>
                  <a:schemeClr val="bg1">
                    <a:lumMod val="50000"/>
                  </a:schemeClr>
                </a:solidFill>
              </a:rPr>
              <a:t>Characteristics of Good Software</a:t>
            </a:r>
          </a:p>
          <a:p>
            <a:pPr marL="514350" indent="-514350">
              <a:buFont typeface="+mj-lt"/>
              <a:buAutoNum type="arabicPeriod"/>
            </a:pPr>
            <a:r>
              <a:rPr lang="en-IE" sz="4400" dirty="0"/>
              <a:t>Essentials of the OO Paradigm</a:t>
            </a:r>
            <a:endParaRPr lang="en-IE" sz="3200" dirty="0">
              <a:solidFill>
                <a:schemeClr val="bg1">
                  <a:lumMod val="50000"/>
                </a:schemeClr>
              </a:solidFill>
            </a:endParaRPr>
          </a:p>
          <a:p>
            <a:pPr marL="514350" indent="-514350">
              <a:buFont typeface="+mj-lt"/>
              <a:buAutoNum type="arabicPeriod"/>
            </a:pPr>
            <a:endParaRPr lang="en-IE" sz="4400" dirty="0"/>
          </a:p>
        </p:txBody>
      </p:sp>
      <p:sp>
        <p:nvSpPr>
          <p:cNvPr id="5" name="Slide Number Placeholder 4"/>
          <p:cNvSpPr>
            <a:spLocks noGrp="1"/>
          </p:cNvSpPr>
          <p:nvPr>
            <p:ph type="sldNum" sz="quarter" idx="12"/>
          </p:nvPr>
        </p:nvSpPr>
        <p:spPr/>
        <p:txBody>
          <a:bodyPr>
            <a:normAutofit fontScale="85000" lnSpcReduction="20000"/>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1400" b="1" i="0" u="none" strike="noStrike" kern="1200" cap="none" spc="0" normalizeH="0" baseline="0" noProof="0" smtClean="0">
                <a:ln>
                  <a:noFill/>
                </a:ln>
                <a:solidFill>
                  <a:srgbClr val="FFFFFF"/>
                </a:solidFill>
                <a:effectLst/>
                <a:uLnTx/>
                <a:uFillTx/>
                <a:latin typeface="Arial" charset="0"/>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39</a:t>
            </a:fld>
            <a:endParaRPr kumimoji="0" lang="en-US" altLang="en-US" sz="1400" b="1" i="0" u="none" strike="noStrike" kern="1200" cap="none" spc="0" normalizeH="0" baseline="0" noProof="0" dirty="0">
              <a:ln>
                <a:noFill/>
              </a:ln>
              <a:solidFill>
                <a:srgbClr val="FFFFFF"/>
              </a:solidFill>
              <a:effectLst/>
              <a:uLnTx/>
              <a:uFillTx/>
              <a:latin typeface="Arial" charset="0"/>
              <a:ea typeface="+mn-ea"/>
              <a:cs typeface="+mn-cs"/>
            </a:endParaRPr>
          </a:p>
        </p:txBody>
      </p:sp>
      <p:pic>
        <p:nvPicPr>
          <p:cNvPr id="4" name="Picture 3" descr="4488372951_d68d2f0d28_z.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4128" y="3573016"/>
            <a:ext cx="2881312" cy="2224087"/>
          </a:xfrm>
          <a:prstGeom prst="rect">
            <a:avLst/>
          </a:prstGeom>
        </p:spPr>
      </p:pic>
    </p:spTree>
    <p:extLst>
      <p:ext uri="{BB962C8B-B14F-4D97-AF65-F5344CB8AC3E}">
        <p14:creationId xmlns:p14="http://schemas.microsoft.com/office/powerpoint/2010/main" val="13747201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59721"/>
            <a:ext cx="7886700" cy="704101"/>
          </a:xfrm>
        </p:spPr>
        <p:txBody>
          <a:bodyPr>
            <a:normAutofit/>
          </a:bodyPr>
          <a:lstStyle/>
          <a:p>
            <a:r>
              <a:rPr lang="en-IE" dirty="0"/>
              <a:t>5. Key Features of the OO Paradigm</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4" name="Content Placeholder 3"/>
          <p:cNvSpPr>
            <a:spLocks noGrp="1"/>
          </p:cNvSpPr>
          <p:nvPr>
            <p:ph sz="quarter" idx="1"/>
          </p:nvPr>
        </p:nvSpPr>
        <p:spPr>
          <a:xfrm>
            <a:off x="485953" y="1628353"/>
            <a:ext cx="7886700" cy="4690633"/>
          </a:xfrm>
        </p:spPr>
        <p:txBody>
          <a:bodyPr>
            <a:normAutofit/>
          </a:bodyPr>
          <a:lstStyle/>
          <a:p>
            <a:pPr>
              <a:spcBef>
                <a:spcPts val="1800"/>
              </a:spcBef>
              <a:spcAft>
                <a:spcPts val="600"/>
              </a:spcAft>
            </a:pPr>
            <a:r>
              <a:rPr lang="en-IE" sz="3600" dirty="0">
                <a:solidFill>
                  <a:srgbClr val="0000FF"/>
                </a:solidFill>
              </a:rPr>
              <a:t>Classes and Objects</a:t>
            </a:r>
          </a:p>
          <a:p>
            <a:pPr>
              <a:spcBef>
                <a:spcPts val="1800"/>
              </a:spcBef>
              <a:spcAft>
                <a:spcPts val="600"/>
              </a:spcAft>
            </a:pPr>
            <a:r>
              <a:rPr lang="en-IE" sz="3600" dirty="0">
                <a:solidFill>
                  <a:srgbClr val="0000FF"/>
                </a:solidFill>
              </a:rPr>
              <a:t>Generalisation</a:t>
            </a:r>
          </a:p>
          <a:p>
            <a:pPr lvl="1">
              <a:spcBef>
                <a:spcPts val="1800"/>
              </a:spcBef>
              <a:spcAft>
                <a:spcPts val="600"/>
              </a:spcAft>
            </a:pPr>
            <a:r>
              <a:rPr lang="en-IE" sz="3200" dirty="0"/>
              <a:t>Programmers refer to this as inheritance</a:t>
            </a:r>
          </a:p>
          <a:p>
            <a:pPr>
              <a:spcBef>
                <a:spcPts val="1800"/>
              </a:spcBef>
              <a:spcAft>
                <a:spcPts val="600"/>
              </a:spcAft>
            </a:pPr>
            <a:r>
              <a:rPr lang="en-IE" sz="3600" dirty="0">
                <a:solidFill>
                  <a:srgbClr val="0000FF"/>
                </a:solidFill>
              </a:rPr>
              <a:t>Polymorphism</a:t>
            </a:r>
          </a:p>
          <a:p>
            <a:pPr>
              <a:spcBef>
                <a:spcPts val="1800"/>
              </a:spcBef>
              <a:spcAft>
                <a:spcPts val="600"/>
              </a:spcAft>
            </a:pPr>
            <a:r>
              <a:rPr lang="en-IE" sz="3600" dirty="0">
                <a:solidFill>
                  <a:srgbClr val="0000FF"/>
                </a:solidFill>
              </a:rPr>
              <a:t>Templates</a:t>
            </a:r>
          </a:p>
        </p:txBody>
      </p:sp>
    </p:spTree>
    <p:extLst>
      <p:ext uri="{BB962C8B-B14F-4D97-AF65-F5344CB8AC3E}">
        <p14:creationId xmlns:p14="http://schemas.microsoft.com/office/powerpoint/2010/main" val="36503197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A90AD72-54B9-49B4-AB24-36FD768D0FAA}" type="slidenum">
              <a:rPr kumimoji="0" lang="en-GB" sz="900" b="0" i="0" u="none" strike="noStrike" kern="1200" cap="none" spc="0" normalizeH="0" baseline="0" noProof="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GB"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93186" name="Rectangle 2"/>
          <p:cNvSpPr>
            <a:spLocks noGrp="1" noChangeArrowheads="1"/>
          </p:cNvSpPr>
          <p:nvPr>
            <p:ph type="title"/>
          </p:nvPr>
        </p:nvSpPr>
        <p:spPr>
          <a:xfrm>
            <a:off x="259562" y="2322"/>
            <a:ext cx="7886700" cy="704101"/>
          </a:xfrm>
        </p:spPr>
        <p:txBody>
          <a:bodyPr/>
          <a:lstStyle/>
          <a:p>
            <a:r>
              <a:rPr lang="en-GB" dirty="0"/>
              <a:t>5. Classes and Objects</a:t>
            </a:r>
          </a:p>
        </p:txBody>
      </p:sp>
      <p:sp>
        <p:nvSpPr>
          <p:cNvPr id="93187" name="Rectangle 3"/>
          <p:cNvSpPr>
            <a:spLocks noGrp="1" noChangeArrowheads="1"/>
          </p:cNvSpPr>
          <p:nvPr>
            <p:ph type="body" idx="1"/>
          </p:nvPr>
        </p:nvSpPr>
        <p:spPr>
          <a:xfrm>
            <a:off x="251520" y="1052736"/>
            <a:ext cx="8892480" cy="5688632"/>
          </a:xfrm>
        </p:spPr>
        <p:txBody>
          <a:bodyPr>
            <a:normAutofit/>
          </a:bodyPr>
          <a:lstStyle/>
          <a:p>
            <a:pPr>
              <a:lnSpc>
                <a:spcPct val="90000"/>
              </a:lnSpc>
              <a:spcBef>
                <a:spcPts val="1200"/>
              </a:spcBef>
              <a:spcAft>
                <a:spcPts val="600"/>
              </a:spcAft>
            </a:pPr>
            <a:r>
              <a:rPr lang="en-GB" sz="2800" b="1" u="sng" dirty="0">
                <a:solidFill>
                  <a:srgbClr val="0000FF"/>
                </a:solidFill>
              </a:rPr>
              <a:t>An object has state, behaviour and identity (Booch, 1994).</a:t>
            </a:r>
          </a:p>
          <a:p>
            <a:pPr>
              <a:lnSpc>
                <a:spcPct val="90000"/>
              </a:lnSpc>
              <a:spcBef>
                <a:spcPts val="1200"/>
              </a:spcBef>
              <a:spcAft>
                <a:spcPts val="600"/>
              </a:spcAft>
            </a:pPr>
            <a:r>
              <a:rPr lang="en-GB" sz="2400" dirty="0"/>
              <a:t>Objects are sometimes deliberately characterised as if each is a person with roles (Wrifs-Brock et al., 1990):</a:t>
            </a:r>
          </a:p>
          <a:p>
            <a:pPr lvl="1">
              <a:lnSpc>
                <a:spcPct val="90000"/>
              </a:lnSpc>
              <a:spcBef>
                <a:spcPts val="1200"/>
              </a:spcBef>
              <a:spcAft>
                <a:spcPts val="600"/>
              </a:spcAft>
            </a:pPr>
            <a:r>
              <a:rPr lang="en-GB" sz="2400" dirty="0"/>
              <a:t>Who am I?</a:t>
            </a:r>
          </a:p>
          <a:p>
            <a:pPr lvl="1">
              <a:lnSpc>
                <a:spcPct val="90000"/>
              </a:lnSpc>
              <a:spcBef>
                <a:spcPts val="1200"/>
              </a:spcBef>
              <a:spcAft>
                <a:spcPts val="600"/>
              </a:spcAft>
            </a:pPr>
            <a:r>
              <a:rPr lang="en-GB" sz="2400" dirty="0"/>
              <a:t>What can I do?</a:t>
            </a:r>
          </a:p>
          <a:p>
            <a:pPr lvl="1">
              <a:lnSpc>
                <a:spcPct val="90000"/>
              </a:lnSpc>
              <a:spcBef>
                <a:spcPts val="1200"/>
              </a:spcBef>
              <a:spcAft>
                <a:spcPts val="600"/>
              </a:spcAft>
            </a:pPr>
            <a:r>
              <a:rPr lang="en-GB" sz="2400" dirty="0"/>
              <a:t>What do I know?</a:t>
            </a:r>
          </a:p>
          <a:p>
            <a:pPr>
              <a:lnSpc>
                <a:spcPct val="90000"/>
              </a:lnSpc>
              <a:spcBef>
                <a:spcPts val="1200"/>
              </a:spcBef>
              <a:spcAft>
                <a:spcPts val="600"/>
              </a:spcAft>
            </a:pPr>
            <a:r>
              <a:rPr lang="en-GB" sz="2400" dirty="0"/>
              <a:t>An object represents a particular instance of a class (Rational, 1997).</a:t>
            </a:r>
          </a:p>
          <a:p>
            <a:pPr>
              <a:lnSpc>
                <a:spcPct val="90000"/>
              </a:lnSpc>
              <a:spcBef>
                <a:spcPts val="1200"/>
              </a:spcBef>
              <a:spcAft>
                <a:spcPts val="600"/>
              </a:spcAft>
            </a:pPr>
            <a:r>
              <a:rPr lang="en-GB" sz="2400" dirty="0"/>
              <a:t>Classes are intended to be loosely coupled, highly cohesive modules.</a:t>
            </a:r>
          </a:p>
        </p:txBody>
      </p:sp>
    </p:spTree>
    <p:extLst>
      <p:ext uri="{BB962C8B-B14F-4D97-AF65-F5344CB8AC3E}">
        <p14:creationId xmlns:p14="http://schemas.microsoft.com/office/powerpoint/2010/main" val="41273342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16632"/>
            <a:ext cx="7886700" cy="704101"/>
          </a:xfrm>
        </p:spPr>
        <p:txBody>
          <a:bodyPr/>
          <a:lstStyle/>
          <a:p>
            <a:r>
              <a:rPr lang="en-IE" dirty="0"/>
              <a:t>5. Methods and Messages</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4" name="Content Placeholder 3"/>
          <p:cNvSpPr>
            <a:spLocks noGrp="1"/>
          </p:cNvSpPr>
          <p:nvPr>
            <p:ph sz="quarter" idx="1"/>
          </p:nvPr>
        </p:nvSpPr>
        <p:spPr>
          <a:xfrm>
            <a:off x="323528" y="1340768"/>
            <a:ext cx="8442520" cy="5256584"/>
          </a:xfrm>
        </p:spPr>
        <p:txBody>
          <a:bodyPr>
            <a:normAutofit/>
          </a:bodyPr>
          <a:lstStyle/>
          <a:p>
            <a:pPr>
              <a:lnSpc>
                <a:spcPct val="90000"/>
              </a:lnSpc>
              <a:spcBef>
                <a:spcPts val="1200"/>
              </a:spcBef>
              <a:spcAft>
                <a:spcPts val="600"/>
              </a:spcAft>
            </a:pPr>
            <a:r>
              <a:rPr lang="en-GB" sz="2800" dirty="0"/>
              <a:t>Object oriented: </a:t>
            </a:r>
            <a:r>
              <a:rPr lang="en-GB" sz="2800" b="1" u="sng" dirty="0">
                <a:solidFill>
                  <a:srgbClr val="0000FF"/>
                </a:solidFill>
              </a:rPr>
              <a:t>locate each process with the data it uses. </a:t>
            </a:r>
          </a:p>
          <a:p>
            <a:pPr>
              <a:lnSpc>
                <a:spcPct val="90000"/>
              </a:lnSpc>
              <a:spcBef>
                <a:spcPts val="1200"/>
              </a:spcBef>
              <a:spcAft>
                <a:spcPts val="600"/>
              </a:spcAft>
            </a:pPr>
            <a:r>
              <a:rPr lang="en-GB" sz="2800" dirty="0"/>
              <a:t>Processes are called operations or methods.</a:t>
            </a:r>
          </a:p>
          <a:p>
            <a:pPr>
              <a:lnSpc>
                <a:spcPct val="90000"/>
              </a:lnSpc>
              <a:spcBef>
                <a:spcPts val="1200"/>
              </a:spcBef>
              <a:spcAft>
                <a:spcPts val="600"/>
              </a:spcAft>
            </a:pPr>
            <a:r>
              <a:rPr lang="en-GB" sz="2800" dirty="0"/>
              <a:t>Each method has a specific signature - also known as message protocol or method declaration.</a:t>
            </a:r>
          </a:p>
          <a:p>
            <a:pPr>
              <a:lnSpc>
                <a:spcPct val="90000"/>
              </a:lnSpc>
              <a:spcBef>
                <a:spcPts val="1200"/>
              </a:spcBef>
              <a:spcAft>
                <a:spcPts val="600"/>
              </a:spcAft>
            </a:pPr>
            <a:r>
              <a:rPr lang="en-GB" sz="2800" dirty="0"/>
              <a:t>An operations signature = operation’s interface.</a:t>
            </a:r>
          </a:p>
          <a:p>
            <a:pPr>
              <a:lnSpc>
                <a:spcPct val="90000"/>
              </a:lnSpc>
              <a:spcBef>
                <a:spcPts val="1200"/>
              </a:spcBef>
              <a:spcAft>
                <a:spcPts val="600"/>
              </a:spcAft>
            </a:pPr>
            <a:r>
              <a:rPr lang="en-GB" sz="2800" dirty="0"/>
              <a:t>The </a:t>
            </a:r>
            <a:r>
              <a:rPr lang="en-GB" sz="2800" b="1" dirty="0">
                <a:solidFill>
                  <a:srgbClr val="0000FF"/>
                </a:solidFill>
              </a:rPr>
              <a:t>definition</a:t>
            </a:r>
            <a:r>
              <a:rPr lang="en-GB" sz="2800" dirty="0"/>
              <a:t> supplies an implementation that supports the operation specified in the declaration.</a:t>
            </a:r>
          </a:p>
          <a:p>
            <a:pPr>
              <a:lnSpc>
                <a:spcPct val="90000"/>
              </a:lnSpc>
            </a:pPr>
            <a:endParaRPr lang="en-GB" sz="3200" dirty="0"/>
          </a:p>
          <a:p>
            <a:endParaRPr lang="en-IE" dirty="0"/>
          </a:p>
        </p:txBody>
      </p:sp>
    </p:spTree>
    <p:extLst>
      <p:ext uri="{BB962C8B-B14F-4D97-AF65-F5344CB8AC3E}">
        <p14:creationId xmlns:p14="http://schemas.microsoft.com/office/powerpoint/2010/main" val="32075742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A932D2B-EAAA-4E80-9360-F1A6692D4681}" type="slidenum">
              <a:rPr kumimoji="0" lang="en-GB" sz="900" b="0" i="0" u="none" strike="noStrike" kern="1200" cap="none" spc="0" normalizeH="0" baseline="0" noProof="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GB"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116738" name="Rectangle 2"/>
          <p:cNvSpPr>
            <a:spLocks noGrp="1" noChangeArrowheads="1"/>
          </p:cNvSpPr>
          <p:nvPr>
            <p:ph type="title"/>
          </p:nvPr>
        </p:nvSpPr>
        <p:spPr/>
        <p:txBody>
          <a:bodyPr/>
          <a:lstStyle/>
          <a:p>
            <a:r>
              <a:rPr lang="en-GB" dirty="0"/>
              <a:t>5. Methods and Messages Supporting Encapsulation</a:t>
            </a:r>
          </a:p>
        </p:txBody>
      </p:sp>
      <p:pic>
        <p:nvPicPr>
          <p:cNvPr id="116740" name="Picture 4" descr="FIG-04-7"/>
          <p:cNvPicPr>
            <a:picLocks noGrp="1" noChangeAspect="1" noChangeArrowheads="1"/>
          </p:cNvPicPr>
          <p:nvPr>
            <p:ph type="body" idx="1"/>
          </p:nvPr>
        </p:nvPicPr>
        <p:blipFill>
          <a:blip r:embed="rId2" cstate="print"/>
          <a:srcRect/>
          <a:stretch>
            <a:fillRect/>
          </a:stretch>
        </p:blipFill>
        <p:spPr>
          <a:xfrm>
            <a:off x="1498600" y="1600200"/>
            <a:ext cx="6602413" cy="4530725"/>
          </a:xfrm>
          <a:noFill/>
          <a:ln/>
        </p:spPr>
      </p:pic>
    </p:spTree>
    <p:extLst>
      <p:ext uri="{BB962C8B-B14F-4D97-AF65-F5344CB8AC3E}">
        <p14:creationId xmlns:p14="http://schemas.microsoft.com/office/powerpoint/2010/main" val="28116927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5626E2C-7ADA-4E18-B161-F0F419693354}" type="slidenum">
              <a:rPr kumimoji="0" lang="en-GB" sz="900" b="0" i="0" u="none" strike="noStrike" kern="1200" cap="none" spc="0" normalizeH="0" baseline="0" noProof="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GB"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97282" name="Rectangle 2"/>
          <p:cNvSpPr>
            <a:spLocks noGrp="1" noChangeArrowheads="1"/>
          </p:cNvSpPr>
          <p:nvPr>
            <p:ph type="title"/>
          </p:nvPr>
        </p:nvSpPr>
        <p:spPr>
          <a:xfrm>
            <a:off x="467544" y="260648"/>
            <a:ext cx="7886700" cy="704101"/>
          </a:xfrm>
        </p:spPr>
        <p:txBody>
          <a:bodyPr/>
          <a:lstStyle/>
          <a:p>
            <a:r>
              <a:rPr lang="en-GB" dirty="0"/>
              <a:t>5. Generalisation</a:t>
            </a:r>
          </a:p>
        </p:txBody>
      </p:sp>
      <p:pic>
        <p:nvPicPr>
          <p:cNvPr id="97284" name="Picture 4" descr="FIG-04-4"/>
          <p:cNvPicPr>
            <a:picLocks noGrp="1" noChangeAspect="1" noChangeArrowheads="1"/>
          </p:cNvPicPr>
          <p:nvPr>
            <p:ph type="body" idx="1"/>
          </p:nvPr>
        </p:nvPicPr>
        <p:blipFill>
          <a:blip r:embed="rId2" cstate="print"/>
          <a:srcRect/>
          <a:stretch>
            <a:fillRect/>
          </a:stretch>
        </p:blipFill>
        <p:spPr>
          <a:xfrm>
            <a:off x="746830" y="1124744"/>
            <a:ext cx="7620000" cy="4505325"/>
          </a:xfrm>
          <a:noFill/>
          <a:ln/>
        </p:spPr>
      </p:pic>
    </p:spTree>
    <p:extLst>
      <p:ext uri="{BB962C8B-B14F-4D97-AF65-F5344CB8AC3E}">
        <p14:creationId xmlns:p14="http://schemas.microsoft.com/office/powerpoint/2010/main" val="15300867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GB" dirty="0"/>
              <a:t>5. Generalisation</a:t>
            </a:r>
          </a:p>
        </p:txBody>
      </p:sp>
      <p:sp>
        <p:nvSpPr>
          <p:cNvPr id="4" name="Slide Number Placeholder 5"/>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C78E73C-36AB-4FD6-BDFD-EFFB76961428}" type="slidenum">
              <a:rPr kumimoji="0" lang="en-GB"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GB"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94211" name="Rectangle 3"/>
          <p:cNvSpPr>
            <a:spLocks noGrp="1" noChangeArrowheads="1"/>
          </p:cNvSpPr>
          <p:nvPr>
            <p:ph type="body" idx="1"/>
          </p:nvPr>
        </p:nvSpPr>
        <p:spPr>
          <a:xfrm>
            <a:off x="755577" y="1628354"/>
            <a:ext cx="7704856" cy="4392934"/>
          </a:xfrm>
        </p:spPr>
        <p:txBody>
          <a:bodyPr/>
          <a:lstStyle/>
          <a:p>
            <a:pPr>
              <a:spcBef>
                <a:spcPts val="1200"/>
              </a:spcBef>
              <a:spcAft>
                <a:spcPts val="600"/>
              </a:spcAft>
            </a:pPr>
            <a:r>
              <a:rPr lang="en-GB" sz="2400" dirty="0"/>
              <a:t>Generalisation: </a:t>
            </a:r>
            <a:r>
              <a:rPr lang="en-GB" sz="2400" b="1" dirty="0">
                <a:solidFill>
                  <a:srgbClr val="0000FF"/>
                </a:solidFill>
              </a:rPr>
              <a:t>taxonomic relationship between a more general element and a more specific element that is fully consistent with the first element and that adds additional information </a:t>
            </a:r>
            <a:r>
              <a:rPr lang="en-GB" sz="2400" dirty="0"/>
              <a:t>- UML Semantics Guide (Rational, 1997).</a:t>
            </a:r>
          </a:p>
          <a:p>
            <a:pPr>
              <a:spcBef>
                <a:spcPts val="1200"/>
              </a:spcBef>
              <a:spcAft>
                <a:spcPts val="600"/>
              </a:spcAft>
            </a:pPr>
            <a:r>
              <a:rPr lang="en-GB" sz="2400" dirty="0"/>
              <a:t>Taxonomic: a hierarchy of relationships.</a:t>
            </a:r>
          </a:p>
          <a:p>
            <a:pPr>
              <a:spcBef>
                <a:spcPts val="1200"/>
              </a:spcBef>
              <a:spcAft>
                <a:spcPts val="600"/>
              </a:spcAft>
            </a:pPr>
            <a:r>
              <a:rPr lang="en-GB" sz="2400" dirty="0"/>
              <a:t>Object classes can be arranged into hierarchies.</a:t>
            </a:r>
          </a:p>
          <a:p>
            <a:pPr>
              <a:spcBef>
                <a:spcPts val="1200"/>
              </a:spcBef>
              <a:spcAft>
                <a:spcPts val="600"/>
              </a:spcAft>
            </a:pPr>
            <a:r>
              <a:rPr lang="en-GB" sz="2400" dirty="0"/>
              <a:t>Known as Inheritance in OO languages</a:t>
            </a:r>
          </a:p>
          <a:p>
            <a:pPr>
              <a:spcBef>
                <a:spcPts val="1200"/>
              </a:spcBef>
              <a:spcAft>
                <a:spcPts val="600"/>
              </a:spcAft>
            </a:pPr>
            <a:r>
              <a:rPr lang="en-GB" sz="2400" dirty="0"/>
              <a:t>superclass and subclass.</a:t>
            </a:r>
          </a:p>
        </p:txBody>
      </p:sp>
    </p:spTree>
    <p:extLst>
      <p:ext uri="{BB962C8B-B14F-4D97-AF65-F5344CB8AC3E}">
        <p14:creationId xmlns:p14="http://schemas.microsoft.com/office/powerpoint/2010/main" val="20959715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3BB084A-75D7-4C32-9036-858CCCECBD0F}" type="slidenum">
              <a:rPr kumimoji="0" lang="en-GB" sz="900" b="0" i="0" u="none" strike="noStrike" kern="1200" cap="none" spc="0" normalizeH="0" baseline="0" noProof="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GB"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98306" name="Rectangle 2"/>
          <p:cNvSpPr>
            <a:spLocks noGrp="1" noChangeArrowheads="1"/>
          </p:cNvSpPr>
          <p:nvPr>
            <p:ph type="title"/>
          </p:nvPr>
        </p:nvSpPr>
        <p:spPr>
          <a:xfrm>
            <a:off x="395536" y="111453"/>
            <a:ext cx="7886700" cy="704101"/>
          </a:xfrm>
        </p:spPr>
        <p:txBody>
          <a:bodyPr/>
          <a:lstStyle/>
          <a:p>
            <a:r>
              <a:rPr lang="en-GB" dirty="0"/>
              <a:t>5. Generalisation</a:t>
            </a:r>
          </a:p>
        </p:txBody>
      </p:sp>
      <p:sp>
        <p:nvSpPr>
          <p:cNvPr id="98307" name="Rectangle 3"/>
          <p:cNvSpPr>
            <a:spLocks noGrp="1" noChangeArrowheads="1"/>
          </p:cNvSpPr>
          <p:nvPr>
            <p:ph type="body" idx="1"/>
          </p:nvPr>
        </p:nvSpPr>
        <p:spPr>
          <a:xfrm>
            <a:off x="411336" y="980728"/>
            <a:ext cx="8153400" cy="964704"/>
          </a:xfrm>
        </p:spPr>
        <p:txBody>
          <a:bodyPr>
            <a:normAutofit fontScale="92500" lnSpcReduction="10000"/>
          </a:bodyPr>
          <a:lstStyle/>
          <a:p>
            <a:r>
              <a:rPr lang="en-US" sz="2000" dirty="0"/>
              <a:t>Superclass in this example happens to be an abstract class.</a:t>
            </a:r>
          </a:p>
          <a:p>
            <a:r>
              <a:rPr lang="en-US" sz="2000" dirty="0"/>
              <a:t>Terminology: subclass, derived from, specialization  /  superclass, base class.</a:t>
            </a:r>
          </a:p>
        </p:txBody>
      </p:sp>
      <p:pic>
        <p:nvPicPr>
          <p:cNvPr id="6" name="Picture 5" descr="Bennett_al_3rd-fig-4_3-Employee-Class-italic.gif"/>
          <p:cNvPicPr>
            <a:picLocks noChangeAspect="1"/>
          </p:cNvPicPr>
          <p:nvPr/>
        </p:nvPicPr>
        <p:blipFill>
          <a:blip r:embed="rId2" cstate="print"/>
          <a:stretch>
            <a:fillRect/>
          </a:stretch>
        </p:blipFill>
        <p:spPr>
          <a:xfrm>
            <a:off x="1187624" y="2492896"/>
            <a:ext cx="6600825" cy="3981450"/>
          </a:xfrm>
          <a:prstGeom prst="rect">
            <a:avLst/>
          </a:prstGeom>
        </p:spPr>
      </p:pic>
    </p:spTree>
    <p:extLst>
      <p:ext uri="{BB962C8B-B14F-4D97-AF65-F5344CB8AC3E}">
        <p14:creationId xmlns:p14="http://schemas.microsoft.com/office/powerpoint/2010/main" val="17191624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5. Polymorphism: Example 1</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4" name="Content Placeholder 3"/>
          <p:cNvSpPr>
            <a:spLocks noGrp="1"/>
          </p:cNvSpPr>
          <p:nvPr>
            <p:ph sz="quarter" idx="1"/>
          </p:nvPr>
        </p:nvSpPr>
        <p:spPr>
          <a:xfrm>
            <a:off x="2267744" y="1340768"/>
            <a:ext cx="6498304" cy="5328592"/>
          </a:xfrm>
        </p:spPr>
        <p:txBody>
          <a:bodyPr>
            <a:normAutofit/>
          </a:bodyPr>
          <a:lstStyle/>
          <a:p>
            <a:pPr>
              <a:buNone/>
            </a:pPr>
            <a:r>
              <a:rPr lang="en-IE" sz="1800" b="1" dirty="0">
                <a:latin typeface="Cambria" pitchFamily="18" charset="0"/>
              </a:rPr>
              <a:t>interface</a:t>
            </a:r>
            <a:r>
              <a:rPr lang="en-IE" sz="1800" dirty="0">
                <a:latin typeface="Cambria" pitchFamily="18" charset="0"/>
              </a:rPr>
              <a:t> </a:t>
            </a:r>
            <a:r>
              <a:rPr lang="en-IE" sz="1800" b="1" dirty="0">
                <a:solidFill>
                  <a:srgbClr val="0000FF"/>
                </a:solidFill>
                <a:latin typeface="Cambria" pitchFamily="18" charset="0"/>
              </a:rPr>
              <a:t>IDraw</a:t>
            </a:r>
            <a:r>
              <a:rPr lang="en-IE" sz="1800" dirty="0">
                <a:latin typeface="Cambria" pitchFamily="18" charset="0"/>
              </a:rPr>
              <a:t> {</a:t>
            </a:r>
          </a:p>
          <a:p>
            <a:pPr>
              <a:buNone/>
            </a:pPr>
            <a:r>
              <a:rPr lang="en-IE" sz="1800" dirty="0">
                <a:latin typeface="Cambria" pitchFamily="18" charset="0"/>
              </a:rPr>
              <a:t>	public void </a:t>
            </a:r>
            <a:r>
              <a:rPr lang="en-IE" sz="1800" b="1" dirty="0">
                <a:solidFill>
                  <a:srgbClr val="0000FF"/>
                </a:solidFill>
                <a:latin typeface="Cambria" pitchFamily="18" charset="0"/>
              </a:rPr>
              <a:t>draw</a:t>
            </a:r>
            <a:r>
              <a:rPr lang="en-IE" sz="1800" dirty="0">
                <a:latin typeface="Cambria" pitchFamily="18" charset="0"/>
              </a:rPr>
              <a:t>();</a:t>
            </a:r>
          </a:p>
          <a:p>
            <a:pPr>
              <a:buNone/>
            </a:pPr>
            <a:r>
              <a:rPr lang="en-IE" sz="1800" dirty="0">
                <a:latin typeface="Cambria" pitchFamily="18" charset="0"/>
              </a:rPr>
              <a:t>}</a:t>
            </a:r>
          </a:p>
          <a:p>
            <a:pPr>
              <a:buNone/>
            </a:pPr>
            <a:endParaRPr lang="en-IE" sz="1800" dirty="0">
              <a:latin typeface="Cambria" pitchFamily="18" charset="0"/>
            </a:endParaRPr>
          </a:p>
          <a:p>
            <a:pPr>
              <a:buNone/>
            </a:pPr>
            <a:r>
              <a:rPr lang="en-IE" sz="1800" b="1" dirty="0">
                <a:latin typeface="Cambria" pitchFamily="18" charset="0"/>
              </a:rPr>
              <a:t>class</a:t>
            </a:r>
            <a:r>
              <a:rPr lang="en-IE" sz="1800" dirty="0">
                <a:latin typeface="Cambria" pitchFamily="18" charset="0"/>
              </a:rPr>
              <a:t> </a:t>
            </a:r>
            <a:r>
              <a:rPr lang="en-IE" sz="1800" b="1" dirty="0">
                <a:solidFill>
                  <a:srgbClr val="0000FF"/>
                </a:solidFill>
                <a:latin typeface="Cambria" pitchFamily="18" charset="0"/>
              </a:rPr>
              <a:t>Circle</a:t>
            </a:r>
            <a:r>
              <a:rPr lang="en-IE" sz="1800" dirty="0">
                <a:latin typeface="Cambria" pitchFamily="18" charset="0"/>
              </a:rPr>
              <a:t> </a:t>
            </a:r>
            <a:r>
              <a:rPr lang="en-IE" sz="1800" b="1" dirty="0">
                <a:latin typeface="Cambria" pitchFamily="18" charset="0"/>
              </a:rPr>
              <a:t>implements</a:t>
            </a:r>
            <a:r>
              <a:rPr lang="en-IE" sz="1800" dirty="0">
                <a:latin typeface="Cambria" pitchFamily="18" charset="0"/>
              </a:rPr>
              <a:t> </a:t>
            </a:r>
            <a:r>
              <a:rPr lang="en-IE" sz="1800" b="1" dirty="0">
                <a:solidFill>
                  <a:srgbClr val="0000FF"/>
                </a:solidFill>
                <a:latin typeface="Cambria" pitchFamily="18" charset="0"/>
              </a:rPr>
              <a:t>IDraw</a:t>
            </a:r>
            <a:r>
              <a:rPr lang="en-IE" sz="1800" dirty="0">
                <a:latin typeface="Cambria" pitchFamily="18" charset="0"/>
              </a:rPr>
              <a:t> {</a:t>
            </a:r>
          </a:p>
          <a:p>
            <a:pPr>
              <a:buNone/>
            </a:pPr>
            <a:r>
              <a:rPr lang="en-IE" sz="1800" dirty="0">
                <a:latin typeface="Cambria" pitchFamily="18" charset="0"/>
              </a:rPr>
              <a:t>	public void draw() {</a:t>
            </a:r>
          </a:p>
          <a:p>
            <a:pPr>
              <a:buNone/>
            </a:pPr>
            <a:r>
              <a:rPr lang="en-IE" sz="1800" dirty="0">
                <a:latin typeface="Cambria" pitchFamily="18" charset="0"/>
              </a:rPr>
              <a:t>		System.out.println("drawing a circle");</a:t>
            </a:r>
          </a:p>
          <a:p>
            <a:pPr>
              <a:buNone/>
            </a:pPr>
            <a:r>
              <a:rPr lang="en-IE" sz="1800" dirty="0">
                <a:latin typeface="Cambria" pitchFamily="18" charset="0"/>
              </a:rPr>
              <a:t>	}</a:t>
            </a:r>
          </a:p>
          <a:p>
            <a:pPr>
              <a:buNone/>
            </a:pPr>
            <a:r>
              <a:rPr lang="en-IE" sz="1800" dirty="0">
                <a:latin typeface="Cambria" pitchFamily="18" charset="0"/>
              </a:rPr>
              <a:t>}</a:t>
            </a:r>
          </a:p>
          <a:p>
            <a:pPr>
              <a:buNone/>
            </a:pPr>
            <a:endParaRPr lang="en-IE" sz="1800" dirty="0">
              <a:latin typeface="Cambria" pitchFamily="18" charset="0"/>
            </a:endParaRPr>
          </a:p>
          <a:p>
            <a:pPr>
              <a:buNone/>
            </a:pPr>
            <a:r>
              <a:rPr lang="en-IE" sz="1800" b="1" dirty="0">
                <a:latin typeface="Cambria" pitchFamily="18" charset="0"/>
              </a:rPr>
              <a:t>class</a:t>
            </a:r>
            <a:r>
              <a:rPr lang="en-IE" sz="1800" dirty="0">
                <a:latin typeface="Cambria" pitchFamily="18" charset="0"/>
              </a:rPr>
              <a:t> </a:t>
            </a:r>
            <a:r>
              <a:rPr lang="en-IE" sz="1800" b="1" dirty="0">
                <a:solidFill>
                  <a:srgbClr val="0000FF"/>
                </a:solidFill>
                <a:latin typeface="Cambria" pitchFamily="18" charset="0"/>
              </a:rPr>
              <a:t>Square</a:t>
            </a:r>
            <a:r>
              <a:rPr lang="en-IE" sz="1800" dirty="0">
                <a:latin typeface="Cambria" pitchFamily="18" charset="0"/>
              </a:rPr>
              <a:t> </a:t>
            </a:r>
            <a:r>
              <a:rPr lang="en-IE" sz="1800" b="1" dirty="0">
                <a:latin typeface="Cambria" pitchFamily="18" charset="0"/>
              </a:rPr>
              <a:t>implements</a:t>
            </a:r>
            <a:r>
              <a:rPr lang="en-IE" sz="1800" dirty="0">
                <a:latin typeface="Cambria" pitchFamily="18" charset="0"/>
              </a:rPr>
              <a:t> </a:t>
            </a:r>
            <a:r>
              <a:rPr lang="en-IE" sz="1800" b="1" dirty="0">
                <a:solidFill>
                  <a:srgbClr val="0000FF"/>
                </a:solidFill>
                <a:latin typeface="Cambria" pitchFamily="18" charset="0"/>
              </a:rPr>
              <a:t>IDraw</a:t>
            </a:r>
            <a:r>
              <a:rPr lang="en-IE" sz="1800" dirty="0">
                <a:latin typeface="Cambria" pitchFamily="18" charset="0"/>
              </a:rPr>
              <a:t> {</a:t>
            </a:r>
          </a:p>
          <a:p>
            <a:pPr>
              <a:buNone/>
            </a:pPr>
            <a:r>
              <a:rPr lang="en-IE" sz="1800" dirty="0">
                <a:latin typeface="Cambria" pitchFamily="18" charset="0"/>
              </a:rPr>
              <a:t>	public void draw() {</a:t>
            </a:r>
          </a:p>
          <a:p>
            <a:pPr>
              <a:buNone/>
            </a:pPr>
            <a:r>
              <a:rPr lang="en-IE" sz="1800" dirty="0">
                <a:latin typeface="Cambria" pitchFamily="18" charset="0"/>
              </a:rPr>
              <a:t>		System.out.println("drawing a square");</a:t>
            </a:r>
          </a:p>
          <a:p>
            <a:pPr>
              <a:buNone/>
            </a:pPr>
            <a:r>
              <a:rPr lang="en-IE" sz="1800" dirty="0">
                <a:latin typeface="Cambria" pitchFamily="18" charset="0"/>
              </a:rPr>
              <a:t>	}</a:t>
            </a:r>
          </a:p>
          <a:p>
            <a:pPr>
              <a:buNone/>
            </a:pPr>
            <a:r>
              <a:rPr lang="en-IE" sz="1800" dirty="0">
                <a:latin typeface="Cambria" pitchFamily="18" charset="0"/>
              </a:rPr>
              <a:t>}</a:t>
            </a:r>
          </a:p>
        </p:txBody>
      </p:sp>
    </p:spTree>
    <p:extLst>
      <p:ext uri="{BB962C8B-B14F-4D97-AF65-F5344CB8AC3E}">
        <p14:creationId xmlns:p14="http://schemas.microsoft.com/office/powerpoint/2010/main" val="26924195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5. Polymorphism: Example 1</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4" name="Content Placeholder 3"/>
          <p:cNvSpPr>
            <a:spLocks noGrp="1"/>
          </p:cNvSpPr>
          <p:nvPr>
            <p:ph sz="quarter" idx="1"/>
          </p:nvPr>
        </p:nvSpPr>
        <p:spPr>
          <a:xfrm>
            <a:off x="1187624" y="1600200"/>
            <a:ext cx="7578424" cy="5069160"/>
          </a:xfrm>
        </p:spPr>
        <p:txBody>
          <a:bodyPr>
            <a:normAutofit/>
          </a:bodyPr>
          <a:lstStyle/>
          <a:p>
            <a:pPr>
              <a:buNone/>
            </a:pPr>
            <a:r>
              <a:rPr lang="en-IE" sz="2000" dirty="0">
                <a:latin typeface="Cambria" pitchFamily="18" charset="0"/>
              </a:rPr>
              <a:t>public </a:t>
            </a:r>
            <a:r>
              <a:rPr lang="en-IE" sz="2000" b="1" dirty="0">
                <a:latin typeface="Cambria" pitchFamily="18" charset="0"/>
              </a:rPr>
              <a:t>class </a:t>
            </a:r>
            <a:r>
              <a:rPr lang="en-IE" sz="2000" dirty="0">
                <a:latin typeface="Cambria" pitchFamily="18" charset="0"/>
              </a:rPr>
              <a:t>Polymorphism1 {</a:t>
            </a:r>
          </a:p>
          <a:p>
            <a:pPr>
              <a:buNone/>
            </a:pPr>
            <a:endParaRPr lang="en-IE" sz="2000" dirty="0">
              <a:latin typeface="Cambria" pitchFamily="18" charset="0"/>
            </a:endParaRPr>
          </a:p>
          <a:p>
            <a:pPr>
              <a:buNone/>
            </a:pPr>
            <a:r>
              <a:rPr lang="en-IE" sz="2000" dirty="0">
                <a:latin typeface="Cambria" pitchFamily="18" charset="0"/>
              </a:rPr>
              <a:t>	public static void main(String[] args) {</a:t>
            </a:r>
          </a:p>
          <a:p>
            <a:pPr>
              <a:buNone/>
            </a:pPr>
            <a:r>
              <a:rPr lang="en-IE" sz="2000" dirty="0">
                <a:latin typeface="Cambria" pitchFamily="18" charset="0"/>
              </a:rPr>
              <a:t>		</a:t>
            </a:r>
            <a:r>
              <a:rPr lang="en-IE" sz="2000" b="1" dirty="0">
                <a:solidFill>
                  <a:srgbClr val="0000FF"/>
                </a:solidFill>
                <a:latin typeface="Cambria" pitchFamily="18" charset="0"/>
              </a:rPr>
              <a:t>List&lt;IDraw&gt;</a:t>
            </a:r>
            <a:r>
              <a:rPr lang="en-IE" sz="2000" dirty="0">
                <a:latin typeface="Cambria" pitchFamily="18" charset="0"/>
              </a:rPr>
              <a:t> myList = new ArrayList&lt;IDraw&gt;();</a:t>
            </a:r>
          </a:p>
          <a:p>
            <a:pPr>
              <a:buNone/>
            </a:pPr>
            <a:r>
              <a:rPr lang="en-IE" sz="2000" dirty="0">
                <a:latin typeface="Cambria" pitchFamily="18" charset="0"/>
              </a:rPr>
              <a:t>		myList.add(new Circle());</a:t>
            </a:r>
          </a:p>
          <a:p>
            <a:pPr>
              <a:buNone/>
            </a:pPr>
            <a:r>
              <a:rPr lang="en-IE" sz="2000" dirty="0">
                <a:latin typeface="Cambria" pitchFamily="18" charset="0"/>
              </a:rPr>
              <a:t>		myList.add(new Square());</a:t>
            </a:r>
          </a:p>
          <a:p>
            <a:pPr>
              <a:buNone/>
            </a:pPr>
            <a:r>
              <a:rPr lang="en-IE" sz="2000" dirty="0">
                <a:latin typeface="Cambria" pitchFamily="18" charset="0"/>
              </a:rPr>
              <a:t>		</a:t>
            </a:r>
          </a:p>
          <a:p>
            <a:pPr>
              <a:buNone/>
            </a:pPr>
            <a:r>
              <a:rPr lang="en-IE" sz="2000" dirty="0">
                <a:latin typeface="Cambria" pitchFamily="18" charset="0"/>
              </a:rPr>
              <a:t>		// polymorphism in action</a:t>
            </a:r>
          </a:p>
          <a:p>
            <a:pPr>
              <a:buNone/>
            </a:pPr>
            <a:r>
              <a:rPr lang="en-IE" sz="2000" dirty="0">
                <a:latin typeface="Cambria" pitchFamily="18" charset="0"/>
              </a:rPr>
              <a:t>		for (IDraw item : myList) {  </a:t>
            </a:r>
          </a:p>
          <a:p>
            <a:pPr>
              <a:buNone/>
            </a:pPr>
            <a:r>
              <a:rPr lang="en-IE" sz="2000" dirty="0">
                <a:latin typeface="Cambria" pitchFamily="18" charset="0"/>
              </a:rPr>
              <a:t>            		</a:t>
            </a:r>
            <a:r>
              <a:rPr lang="en-IE" sz="2000" b="1" dirty="0">
                <a:solidFill>
                  <a:srgbClr val="0000FF"/>
                </a:solidFill>
                <a:latin typeface="Cambria" pitchFamily="18" charset="0"/>
              </a:rPr>
              <a:t>item.draw(); </a:t>
            </a:r>
            <a:r>
              <a:rPr lang="en-IE" sz="2000" dirty="0">
                <a:latin typeface="Cambria" pitchFamily="18" charset="0"/>
              </a:rPr>
              <a:t> </a:t>
            </a:r>
          </a:p>
          <a:p>
            <a:pPr>
              <a:buNone/>
            </a:pPr>
            <a:r>
              <a:rPr lang="en-IE" sz="2000" dirty="0">
                <a:latin typeface="Cambria" pitchFamily="18" charset="0"/>
              </a:rPr>
              <a:t>       	}</a:t>
            </a:r>
          </a:p>
          <a:p>
            <a:pPr>
              <a:buNone/>
            </a:pPr>
            <a:r>
              <a:rPr lang="en-IE" sz="2000" dirty="0">
                <a:latin typeface="Cambria" pitchFamily="18" charset="0"/>
              </a:rPr>
              <a:t>	}</a:t>
            </a:r>
          </a:p>
          <a:p>
            <a:pPr>
              <a:buNone/>
            </a:pPr>
            <a:r>
              <a:rPr lang="en-IE" sz="2000" dirty="0">
                <a:latin typeface="Cambria" pitchFamily="18" charset="0"/>
              </a:rPr>
              <a:t>}</a:t>
            </a:r>
          </a:p>
        </p:txBody>
      </p:sp>
    </p:spTree>
    <p:extLst>
      <p:ext uri="{BB962C8B-B14F-4D97-AF65-F5344CB8AC3E}">
        <p14:creationId xmlns:p14="http://schemas.microsoft.com/office/powerpoint/2010/main" val="5100583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696" y="116632"/>
            <a:ext cx="7886700" cy="704101"/>
          </a:xfrm>
        </p:spPr>
        <p:txBody>
          <a:bodyPr/>
          <a:lstStyle/>
          <a:p>
            <a:r>
              <a:rPr lang="en-IE" dirty="0"/>
              <a:t>5. Polymorphism: Example 2</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4" name="Content Placeholder 3"/>
          <p:cNvSpPr>
            <a:spLocks noGrp="1"/>
          </p:cNvSpPr>
          <p:nvPr>
            <p:ph sz="quarter" idx="1"/>
          </p:nvPr>
        </p:nvSpPr>
        <p:spPr>
          <a:xfrm>
            <a:off x="899592" y="980728"/>
            <a:ext cx="7866456" cy="5616624"/>
          </a:xfrm>
        </p:spPr>
        <p:txBody>
          <a:bodyPr>
            <a:noAutofit/>
          </a:bodyPr>
          <a:lstStyle/>
          <a:p>
            <a:pPr>
              <a:buNone/>
            </a:pPr>
            <a:r>
              <a:rPr lang="en-IE" sz="1800" b="1" dirty="0">
                <a:latin typeface="Cambria" pitchFamily="18" charset="0"/>
              </a:rPr>
              <a:t>abstract class </a:t>
            </a:r>
            <a:r>
              <a:rPr lang="en-IE" sz="1800" b="1" dirty="0">
                <a:solidFill>
                  <a:srgbClr val="0000FF"/>
                </a:solidFill>
                <a:latin typeface="Cambria" pitchFamily="18" charset="0"/>
              </a:rPr>
              <a:t>Shape </a:t>
            </a:r>
            <a:r>
              <a:rPr lang="en-IE" sz="1800" dirty="0">
                <a:latin typeface="Cambria" pitchFamily="18" charset="0"/>
              </a:rPr>
              <a:t>{</a:t>
            </a:r>
          </a:p>
          <a:p>
            <a:pPr>
              <a:buNone/>
            </a:pPr>
            <a:r>
              <a:rPr lang="en-IE" sz="1800" dirty="0">
                <a:latin typeface="Cambria" pitchFamily="18" charset="0"/>
              </a:rPr>
              <a:t>	abstract public void draw(); // can only draw concrete shapes</a:t>
            </a:r>
          </a:p>
          <a:p>
            <a:pPr>
              <a:buNone/>
            </a:pPr>
            <a:r>
              <a:rPr lang="en-IE" sz="1800" dirty="0">
                <a:latin typeface="Cambria" pitchFamily="18" charset="0"/>
              </a:rPr>
              <a:t>	void someOthermethod() { System.out.println(" hello ");}</a:t>
            </a:r>
          </a:p>
          <a:p>
            <a:pPr>
              <a:buNone/>
            </a:pPr>
            <a:r>
              <a:rPr lang="en-IE" sz="1800" dirty="0">
                <a:latin typeface="Cambria" pitchFamily="18" charset="0"/>
              </a:rPr>
              <a:t>}</a:t>
            </a:r>
          </a:p>
          <a:p>
            <a:pPr>
              <a:buNone/>
            </a:pPr>
            <a:endParaRPr lang="en-IE" sz="1800" dirty="0">
              <a:latin typeface="Cambria" pitchFamily="18" charset="0"/>
            </a:endParaRPr>
          </a:p>
          <a:p>
            <a:pPr>
              <a:buNone/>
            </a:pPr>
            <a:r>
              <a:rPr lang="en-IE" sz="1800" b="1" dirty="0">
                <a:latin typeface="Cambria" pitchFamily="18" charset="0"/>
              </a:rPr>
              <a:t>class</a:t>
            </a:r>
            <a:r>
              <a:rPr lang="en-IE" sz="1800" dirty="0">
                <a:latin typeface="Cambria" pitchFamily="18" charset="0"/>
              </a:rPr>
              <a:t> </a:t>
            </a:r>
            <a:r>
              <a:rPr lang="en-IE" sz="1800" b="1" dirty="0">
                <a:solidFill>
                  <a:srgbClr val="0000FF"/>
                </a:solidFill>
                <a:latin typeface="Cambria" pitchFamily="18" charset="0"/>
              </a:rPr>
              <a:t>Square </a:t>
            </a:r>
            <a:r>
              <a:rPr lang="en-IE" sz="1800" b="1" dirty="0">
                <a:latin typeface="Cambria" pitchFamily="18" charset="0"/>
              </a:rPr>
              <a:t>extends</a:t>
            </a:r>
            <a:r>
              <a:rPr lang="en-IE" sz="1800" dirty="0">
                <a:latin typeface="Cambria" pitchFamily="18" charset="0"/>
              </a:rPr>
              <a:t> Shape {</a:t>
            </a:r>
          </a:p>
          <a:p>
            <a:pPr>
              <a:buNone/>
            </a:pPr>
            <a:r>
              <a:rPr lang="en-IE" sz="1800" dirty="0">
                <a:latin typeface="Cambria" pitchFamily="18" charset="0"/>
              </a:rPr>
              <a:t>	public void draw() {</a:t>
            </a:r>
          </a:p>
          <a:p>
            <a:pPr>
              <a:buNone/>
            </a:pPr>
            <a:r>
              <a:rPr lang="en-IE" sz="1800" dirty="0">
                <a:latin typeface="Cambria" pitchFamily="18" charset="0"/>
              </a:rPr>
              <a:t>		System.out.println("drawing a square");</a:t>
            </a:r>
          </a:p>
          <a:p>
            <a:pPr>
              <a:buNone/>
            </a:pPr>
            <a:r>
              <a:rPr lang="en-IE" sz="1800" dirty="0">
                <a:latin typeface="Cambria" pitchFamily="18" charset="0"/>
              </a:rPr>
              <a:t>	}</a:t>
            </a:r>
          </a:p>
          <a:p>
            <a:pPr>
              <a:buNone/>
            </a:pPr>
            <a:r>
              <a:rPr lang="en-IE" sz="1800" dirty="0">
                <a:latin typeface="Cambria" pitchFamily="18" charset="0"/>
              </a:rPr>
              <a:t>}</a:t>
            </a:r>
          </a:p>
          <a:p>
            <a:pPr>
              <a:buNone/>
            </a:pPr>
            <a:endParaRPr lang="en-IE" sz="1800" dirty="0">
              <a:latin typeface="Cambria" pitchFamily="18" charset="0"/>
            </a:endParaRPr>
          </a:p>
          <a:p>
            <a:pPr>
              <a:buNone/>
            </a:pPr>
            <a:r>
              <a:rPr lang="en-IE" sz="1800" b="1" dirty="0">
                <a:latin typeface="Cambria" pitchFamily="18" charset="0"/>
              </a:rPr>
              <a:t>class</a:t>
            </a:r>
            <a:r>
              <a:rPr lang="en-IE" sz="1800" dirty="0">
                <a:latin typeface="Cambria" pitchFamily="18" charset="0"/>
              </a:rPr>
              <a:t> </a:t>
            </a:r>
            <a:r>
              <a:rPr lang="en-IE" sz="1800" b="1" dirty="0">
                <a:solidFill>
                  <a:srgbClr val="0000FF"/>
                </a:solidFill>
                <a:latin typeface="Cambria" pitchFamily="18" charset="0"/>
              </a:rPr>
              <a:t>Circle</a:t>
            </a:r>
            <a:r>
              <a:rPr lang="en-IE" sz="1800" dirty="0">
                <a:latin typeface="Cambria" pitchFamily="18" charset="0"/>
              </a:rPr>
              <a:t> </a:t>
            </a:r>
            <a:r>
              <a:rPr lang="en-IE" sz="1800" b="1" dirty="0">
                <a:latin typeface="Cambria" pitchFamily="18" charset="0"/>
              </a:rPr>
              <a:t>extends</a:t>
            </a:r>
            <a:r>
              <a:rPr lang="en-IE" sz="1800" dirty="0">
                <a:latin typeface="Cambria" pitchFamily="18" charset="0"/>
              </a:rPr>
              <a:t> Shape {</a:t>
            </a:r>
          </a:p>
          <a:p>
            <a:pPr>
              <a:buNone/>
            </a:pPr>
            <a:r>
              <a:rPr lang="en-IE" sz="1800" dirty="0">
                <a:latin typeface="Cambria" pitchFamily="18" charset="0"/>
              </a:rPr>
              <a:t>	public void draw() {</a:t>
            </a:r>
          </a:p>
          <a:p>
            <a:pPr>
              <a:buNone/>
            </a:pPr>
            <a:r>
              <a:rPr lang="en-IE" sz="1800" dirty="0">
                <a:latin typeface="Cambria" pitchFamily="18" charset="0"/>
              </a:rPr>
              <a:t>		System.out.println("drawing a circle");</a:t>
            </a:r>
          </a:p>
          <a:p>
            <a:pPr>
              <a:buNone/>
            </a:pPr>
            <a:r>
              <a:rPr lang="en-IE" sz="1800" dirty="0">
                <a:latin typeface="Cambria" pitchFamily="18" charset="0"/>
              </a:rPr>
              <a:t>	}</a:t>
            </a:r>
          </a:p>
          <a:p>
            <a:pPr>
              <a:buNone/>
            </a:pPr>
            <a:r>
              <a:rPr lang="en-IE" sz="1800" dirty="0">
                <a:latin typeface="Cambria" pitchFamily="18" charset="0"/>
              </a:rPr>
              <a:t>}</a:t>
            </a:r>
          </a:p>
        </p:txBody>
      </p:sp>
    </p:spTree>
    <p:extLst>
      <p:ext uri="{BB962C8B-B14F-4D97-AF65-F5344CB8AC3E}">
        <p14:creationId xmlns:p14="http://schemas.microsoft.com/office/powerpoint/2010/main" val="22840366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2"/>
            <a:ext cx="7886700" cy="704101"/>
          </a:xfrm>
        </p:spPr>
        <p:txBody>
          <a:bodyPr/>
          <a:lstStyle/>
          <a:p>
            <a:r>
              <a:rPr lang="en-IE" dirty="0"/>
              <a:t>5. Polymorphism: Example 2</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4" name="Content Placeholder 3"/>
          <p:cNvSpPr>
            <a:spLocks noGrp="1"/>
          </p:cNvSpPr>
          <p:nvPr>
            <p:ph sz="quarter" idx="1"/>
          </p:nvPr>
        </p:nvSpPr>
        <p:spPr>
          <a:xfrm>
            <a:off x="1259632" y="1600200"/>
            <a:ext cx="7506416" cy="4997152"/>
          </a:xfrm>
        </p:spPr>
        <p:txBody>
          <a:bodyPr>
            <a:normAutofit/>
          </a:bodyPr>
          <a:lstStyle/>
          <a:p>
            <a:pPr>
              <a:buNone/>
            </a:pPr>
            <a:r>
              <a:rPr lang="en-IE" sz="2000" dirty="0">
                <a:latin typeface="Cambria" pitchFamily="18" charset="0"/>
              </a:rPr>
              <a:t>public class Polymorphism2 {</a:t>
            </a:r>
          </a:p>
          <a:p>
            <a:pPr>
              <a:buNone/>
            </a:pPr>
            <a:endParaRPr lang="en-IE" sz="2000" dirty="0">
              <a:latin typeface="Cambria" pitchFamily="18" charset="0"/>
            </a:endParaRPr>
          </a:p>
          <a:p>
            <a:pPr>
              <a:buNone/>
            </a:pPr>
            <a:r>
              <a:rPr lang="en-IE" sz="2000" dirty="0">
                <a:latin typeface="Cambria" pitchFamily="18" charset="0"/>
              </a:rPr>
              <a:t>	public static void main(String[] args) {</a:t>
            </a:r>
          </a:p>
          <a:p>
            <a:pPr>
              <a:buNone/>
            </a:pPr>
            <a:r>
              <a:rPr lang="en-IE" sz="2000" dirty="0">
                <a:latin typeface="Cambria" pitchFamily="18" charset="0"/>
              </a:rPr>
              <a:t>		</a:t>
            </a:r>
          </a:p>
          <a:p>
            <a:pPr>
              <a:buNone/>
            </a:pPr>
            <a:r>
              <a:rPr lang="en-IE" sz="2000" dirty="0">
                <a:latin typeface="Cambria" pitchFamily="18" charset="0"/>
              </a:rPr>
              <a:t>		</a:t>
            </a:r>
            <a:r>
              <a:rPr lang="en-IE" sz="2000" b="1" dirty="0">
                <a:solidFill>
                  <a:srgbClr val="0000FF"/>
                </a:solidFill>
                <a:latin typeface="Cambria" pitchFamily="18" charset="0"/>
              </a:rPr>
              <a:t>Shape</a:t>
            </a:r>
            <a:r>
              <a:rPr lang="en-IE" sz="2000" dirty="0">
                <a:latin typeface="Cambria" pitchFamily="18" charset="0"/>
              </a:rPr>
              <a:t>[] myShapes = {new Square(), new Circle()};</a:t>
            </a:r>
          </a:p>
          <a:p>
            <a:pPr>
              <a:buNone/>
            </a:pPr>
            <a:r>
              <a:rPr lang="en-IE" sz="2000" dirty="0">
                <a:latin typeface="Cambria" pitchFamily="18" charset="0"/>
              </a:rPr>
              <a:t>		</a:t>
            </a:r>
          </a:p>
          <a:p>
            <a:pPr>
              <a:buNone/>
            </a:pPr>
            <a:r>
              <a:rPr lang="en-IE" sz="2000" dirty="0">
                <a:latin typeface="Cambria" pitchFamily="18" charset="0"/>
              </a:rPr>
              <a:t>		// yet another example of polymorphism in action</a:t>
            </a:r>
          </a:p>
          <a:p>
            <a:pPr>
              <a:buNone/>
            </a:pPr>
            <a:r>
              <a:rPr lang="en-IE" sz="2000" dirty="0">
                <a:latin typeface="Cambria" pitchFamily="18" charset="0"/>
              </a:rPr>
              <a:t>		for (Shape item : myShapes) {  </a:t>
            </a:r>
          </a:p>
          <a:p>
            <a:pPr>
              <a:buNone/>
            </a:pPr>
            <a:r>
              <a:rPr lang="en-IE" sz="2000" dirty="0">
                <a:latin typeface="Cambria" pitchFamily="18" charset="0"/>
              </a:rPr>
              <a:t>            		</a:t>
            </a:r>
            <a:r>
              <a:rPr lang="en-IE" sz="2000" b="1" dirty="0">
                <a:solidFill>
                  <a:srgbClr val="0000FF"/>
                </a:solidFill>
                <a:latin typeface="Cambria" pitchFamily="18" charset="0"/>
              </a:rPr>
              <a:t>item.draw();  </a:t>
            </a:r>
          </a:p>
          <a:p>
            <a:pPr>
              <a:buNone/>
            </a:pPr>
            <a:r>
              <a:rPr lang="en-IE" sz="2000" dirty="0">
                <a:latin typeface="Cambria" pitchFamily="18" charset="0"/>
              </a:rPr>
              <a:t>		}</a:t>
            </a:r>
          </a:p>
          <a:p>
            <a:pPr>
              <a:buNone/>
            </a:pPr>
            <a:r>
              <a:rPr lang="en-IE" sz="2000" dirty="0">
                <a:latin typeface="Cambria" pitchFamily="18" charset="0"/>
              </a:rPr>
              <a:t>	}</a:t>
            </a:r>
          </a:p>
          <a:p>
            <a:pPr>
              <a:buNone/>
            </a:pPr>
            <a:r>
              <a:rPr lang="en-IE" sz="2000" dirty="0">
                <a:latin typeface="Cambria" pitchFamily="18" charset="0"/>
              </a:rPr>
              <a:t>}</a:t>
            </a:r>
          </a:p>
        </p:txBody>
      </p:sp>
    </p:spTree>
    <p:extLst>
      <p:ext uri="{BB962C8B-B14F-4D97-AF65-F5344CB8AC3E}">
        <p14:creationId xmlns:p14="http://schemas.microsoft.com/office/powerpoint/2010/main" val="12256565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16632"/>
            <a:ext cx="7886700" cy="704101"/>
          </a:xfrm>
        </p:spPr>
        <p:txBody>
          <a:bodyPr>
            <a:normAutofit/>
          </a:bodyPr>
          <a:lstStyle/>
          <a:p>
            <a:r>
              <a:rPr lang="en-IE" dirty="0"/>
              <a:t>5. Without Polymorphism: Example 3</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solidFill>
                    <a:srgbClr val="171616"/>
                  </a:solidFill>
                </a:ln>
                <a:solidFill>
                  <a:srgbClr val="17161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en-US" sz="900" b="0" i="0" u="none" strike="noStrike" kern="1200" cap="none" spc="0" normalizeH="0" baseline="0" noProof="0" dirty="0">
              <a:ln>
                <a:solidFill>
                  <a:srgbClr val="171616"/>
                </a:solidFill>
              </a:ln>
              <a:solidFill>
                <a:srgbClr val="171616"/>
              </a:solidFill>
              <a:effectLst/>
              <a:uLnTx/>
              <a:uFillTx/>
              <a:latin typeface="Helvetica" pitchFamily="2" charset="0"/>
              <a:ea typeface="+mn-ea"/>
              <a:cs typeface="+mn-cs"/>
            </a:endParaRPr>
          </a:p>
        </p:txBody>
      </p:sp>
      <p:sp>
        <p:nvSpPr>
          <p:cNvPr id="4" name="Content Placeholder 3"/>
          <p:cNvSpPr>
            <a:spLocks noGrp="1"/>
          </p:cNvSpPr>
          <p:nvPr>
            <p:ph sz="quarter" idx="1"/>
          </p:nvPr>
        </p:nvSpPr>
        <p:spPr>
          <a:xfrm>
            <a:off x="1331640" y="1071284"/>
            <a:ext cx="7146376" cy="4997152"/>
          </a:xfrm>
        </p:spPr>
        <p:txBody>
          <a:bodyPr>
            <a:normAutofit/>
          </a:bodyPr>
          <a:lstStyle/>
          <a:p>
            <a:pPr>
              <a:buNone/>
            </a:pPr>
            <a:r>
              <a:rPr lang="en-IE" sz="2000" b="1" dirty="0">
                <a:latin typeface="Cambria" pitchFamily="18" charset="0"/>
              </a:rPr>
              <a:t>class </a:t>
            </a:r>
            <a:r>
              <a:rPr lang="en-IE" sz="2000" b="1" dirty="0">
                <a:solidFill>
                  <a:srgbClr val="0000FF"/>
                </a:solidFill>
                <a:latin typeface="Cambria" pitchFamily="18" charset="0"/>
              </a:rPr>
              <a:t>Circle</a:t>
            </a:r>
            <a:r>
              <a:rPr lang="en-IE" sz="2000" dirty="0">
                <a:latin typeface="Cambria" pitchFamily="18" charset="0"/>
              </a:rPr>
              <a:t> {</a:t>
            </a:r>
          </a:p>
          <a:p>
            <a:pPr>
              <a:buNone/>
            </a:pPr>
            <a:r>
              <a:rPr lang="en-IE" sz="2000" dirty="0">
                <a:latin typeface="Cambria" pitchFamily="18" charset="0"/>
              </a:rPr>
              <a:t>		</a:t>
            </a:r>
          </a:p>
          <a:p>
            <a:pPr>
              <a:buNone/>
            </a:pPr>
            <a:r>
              <a:rPr lang="en-IE" sz="2000" dirty="0">
                <a:latin typeface="Cambria" pitchFamily="18" charset="0"/>
              </a:rPr>
              <a:t>	public static void draw() {</a:t>
            </a:r>
          </a:p>
          <a:p>
            <a:pPr>
              <a:buNone/>
            </a:pPr>
            <a:r>
              <a:rPr lang="en-IE" sz="2000" dirty="0">
                <a:latin typeface="Cambria" pitchFamily="18" charset="0"/>
              </a:rPr>
              <a:t>		System.out.println("drawing a circle " + name);</a:t>
            </a:r>
          </a:p>
          <a:p>
            <a:pPr>
              <a:buNone/>
            </a:pPr>
            <a:r>
              <a:rPr lang="en-IE" sz="2000" dirty="0">
                <a:latin typeface="Cambria" pitchFamily="18" charset="0"/>
              </a:rPr>
              <a:t>	}</a:t>
            </a:r>
          </a:p>
          <a:p>
            <a:pPr>
              <a:buNone/>
            </a:pPr>
            <a:r>
              <a:rPr lang="en-IE" sz="2000" dirty="0">
                <a:latin typeface="Cambria" pitchFamily="18" charset="0"/>
              </a:rPr>
              <a:t>}</a:t>
            </a:r>
          </a:p>
          <a:p>
            <a:pPr>
              <a:buNone/>
            </a:pPr>
            <a:endParaRPr lang="en-IE" sz="2000" b="1" dirty="0">
              <a:latin typeface="Cambria" pitchFamily="18" charset="0"/>
            </a:endParaRPr>
          </a:p>
          <a:p>
            <a:pPr>
              <a:buNone/>
            </a:pPr>
            <a:r>
              <a:rPr lang="en-IE" sz="2000" b="1" dirty="0">
                <a:latin typeface="Cambria" pitchFamily="18" charset="0"/>
              </a:rPr>
              <a:t>class</a:t>
            </a:r>
            <a:r>
              <a:rPr lang="en-IE" sz="2000" dirty="0">
                <a:latin typeface="Cambria" pitchFamily="18" charset="0"/>
              </a:rPr>
              <a:t> </a:t>
            </a:r>
            <a:r>
              <a:rPr lang="en-IE" sz="2000" b="1" dirty="0">
                <a:solidFill>
                  <a:srgbClr val="0000FF"/>
                </a:solidFill>
                <a:latin typeface="Cambria" pitchFamily="18" charset="0"/>
              </a:rPr>
              <a:t>Square</a:t>
            </a:r>
            <a:r>
              <a:rPr lang="en-IE" sz="2000" dirty="0">
                <a:latin typeface="Cambria" pitchFamily="18" charset="0"/>
              </a:rPr>
              <a:t> {</a:t>
            </a:r>
          </a:p>
          <a:p>
            <a:pPr>
              <a:buNone/>
            </a:pPr>
            <a:r>
              <a:rPr lang="en-IE" sz="2000" dirty="0">
                <a:latin typeface="Cambria" pitchFamily="18" charset="0"/>
              </a:rPr>
              <a:t>		</a:t>
            </a:r>
          </a:p>
          <a:p>
            <a:pPr>
              <a:buNone/>
            </a:pPr>
            <a:r>
              <a:rPr lang="en-IE" sz="2000" dirty="0">
                <a:latin typeface="Cambria" pitchFamily="18" charset="0"/>
              </a:rPr>
              <a:t>	public static void draw() {</a:t>
            </a:r>
          </a:p>
          <a:p>
            <a:pPr>
              <a:buNone/>
            </a:pPr>
            <a:r>
              <a:rPr lang="en-IE" sz="2000" dirty="0">
                <a:latin typeface="Cambria" pitchFamily="18" charset="0"/>
              </a:rPr>
              <a:t>		System.out.println("drawing a square " + name);</a:t>
            </a:r>
          </a:p>
          <a:p>
            <a:pPr>
              <a:buNone/>
            </a:pPr>
            <a:r>
              <a:rPr lang="en-IE" sz="2000" dirty="0">
                <a:latin typeface="Cambria" pitchFamily="18" charset="0"/>
              </a:rPr>
              <a:t>	}</a:t>
            </a:r>
          </a:p>
          <a:p>
            <a:pPr>
              <a:buNone/>
            </a:pPr>
            <a:r>
              <a:rPr lang="en-IE" sz="2000" dirty="0">
                <a:latin typeface="Cambria" pitchFamily="18" charset="0"/>
              </a:rPr>
              <a:t>}</a:t>
            </a:r>
          </a:p>
        </p:txBody>
      </p:sp>
    </p:spTree>
    <p:extLst>
      <p:ext uri="{BB962C8B-B14F-4D97-AF65-F5344CB8AC3E}">
        <p14:creationId xmlns:p14="http://schemas.microsoft.com/office/powerpoint/2010/main" val="5695274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2"/>
            <a:ext cx="7886700" cy="704101"/>
          </a:xfrm>
        </p:spPr>
        <p:txBody>
          <a:bodyPr>
            <a:normAutofit/>
          </a:bodyPr>
          <a:lstStyle/>
          <a:p>
            <a:r>
              <a:rPr lang="en-IE" dirty="0"/>
              <a:t>5. Without Polymorphism: Example 3</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4" name="Content Placeholder 3"/>
          <p:cNvSpPr>
            <a:spLocks noGrp="1"/>
          </p:cNvSpPr>
          <p:nvPr>
            <p:ph sz="quarter" idx="1"/>
          </p:nvPr>
        </p:nvSpPr>
        <p:spPr>
          <a:xfrm>
            <a:off x="612648" y="692696"/>
            <a:ext cx="8153400" cy="6165304"/>
          </a:xfrm>
        </p:spPr>
        <p:txBody>
          <a:bodyPr>
            <a:noAutofit/>
          </a:bodyPr>
          <a:lstStyle/>
          <a:p>
            <a:pPr>
              <a:buNone/>
            </a:pPr>
            <a:r>
              <a:rPr lang="en-IE" sz="1800" dirty="0">
                <a:latin typeface="Cambria" pitchFamily="18" charset="0"/>
              </a:rPr>
              <a:t>public </a:t>
            </a:r>
            <a:r>
              <a:rPr lang="en-IE" sz="1800" b="1" dirty="0">
                <a:latin typeface="Cambria" pitchFamily="18" charset="0"/>
              </a:rPr>
              <a:t>class</a:t>
            </a:r>
            <a:r>
              <a:rPr lang="en-IE" sz="1800" dirty="0">
                <a:latin typeface="Cambria" pitchFamily="18" charset="0"/>
              </a:rPr>
              <a:t> </a:t>
            </a:r>
            <a:r>
              <a:rPr lang="en-IE" sz="1800" b="1" u="sng" dirty="0">
                <a:solidFill>
                  <a:srgbClr val="0000FF"/>
                </a:solidFill>
                <a:latin typeface="Cambria" pitchFamily="18" charset="0"/>
              </a:rPr>
              <a:t>LacksPolymorphism3</a:t>
            </a:r>
            <a:r>
              <a:rPr lang="en-IE" sz="1800" dirty="0">
                <a:latin typeface="Cambria" pitchFamily="18" charset="0"/>
              </a:rPr>
              <a:t> {</a:t>
            </a:r>
          </a:p>
          <a:p>
            <a:pPr>
              <a:buNone/>
            </a:pPr>
            <a:endParaRPr lang="en-IE" sz="1800" dirty="0">
              <a:latin typeface="Cambria" pitchFamily="18" charset="0"/>
            </a:endParaRPr>
          </a:p>
          <a:p>
            <a:pPr>
              <a:buNone/>
            </a:pPr>
            <a:r>
              <a:rPr lang="en-IE" sz="1800" dirty="0">
                <a:latin typeface="Cambria" pitchFamily="18" charset="0"/>
              </a:rPr>
              <a:t>	public static void main(String[] args) {</a:t>
            </a:r>
          </a:p>
          <a:p>
            <a:pPr>
              <a:buNone/>
            </a:pPr>
            <a:r>
              <a:rPr lang="en-IE" sz="1800" dirty="0">
                <a:latin typeface="Cambria" pitchFamily="18" charset="0"/>
              </a:rPr>
              <a:t>		List list = new ArrayList();</a:t>
            </a:r>
          </a:p>
          <a:p>
            <a:pPr>
              <a:buNone/>
            </a:pPr>
            <a:r>
              <a:rPr lang="en-IE" sz="1800" dirty="0">
                <a:latin typeface="Cambria" pitchFamily="18" charset="0"/>
              </a:rPr>
              <a:t>		list.add(new Circle());</a:t>
            </a:r>
          </a:p>
          <a:p>
            <a:pPr>
              <a:buNone/>
            </a:pPr>
            <a:r>
              <a:rPr lang="en-IE" sz="1800" dirty="0">
                <a:latin typeface="Cambria" pitchFamily="18" charset="0"/>
              </a:rPr>
              <a:t>		list.add(new Square());</a:t>
            </a:r>
          </a:p>
          <a:p>
            <a:pPr>
              <a:buNone/>
            </a:pPr>
            <a:r>
              <a:rPr lang="en-IE" sz="1800" dirty="0">
                <a:latin typeface="Cambria" pitchFamily="18" charset="0"/>
              </a:rPr>
              <a:t>		</a:t>
            </a:r>
          </a:p>
          <a:p>
            <a:pPr>
              <a:buNone/>
            </a:pPr>
            <a:r>
              <a:rPr lang="en-IE" sz="1800" dirty="0">
                <a:latin typeface="Cambria" pitchFamily="18" charset="0"/>
              </a:rPr>
              <a:t>		for(Object obj : list) {</a:t>
            </a:r>
          </a:p>
          <a:p>
            <a:pPr>
              <a:buNone/>
            </a:pPr>
            <a:r>
              <a:rPr lang="en-IE" sz="1800" dirty="0">
                <a:latin typeface="Cambria" pitchFamily="18" charset="0"/>
              </a:rPr>
              <a:t>			</a:t>
            </a:r>
            <a:r>
              <a:rPr lang="en-IE" sz="1800" b="1" u="sng" dirty="0">
                <a:solidFill>
                  <a:srgbClr val="0000FF"/>
                </a:solidFill>
                <a:latin typeface="Cambria" pitchFamily="18" charset="0"/>
              </a:rPr>
              <a:t>if</a:t>
            </a:r>
            <a:r>
              <a:rPr lang="en-IE" sz="1800" dirty="0">
                <a:latin typeface="Cambria" pitchFamily="18" charset="0"/>
              </a:rPr>
              <a:t> (obj instanceof Circle) {</a:t>
            </a:r>
          </a:p>
          <a:p>
            <a:pPr>
              <a:buNone/>
            </a:pPr>
            <a:r>
              <a:rPr lang="en-IE" sz="1800" dirty="0">
                <a:latin typeface="Cambria" pitchFamily="18" charset="0"/>
              </a:rPr>
              <a:t>				</a:t>
            </a:r>
            <a:r>
              <a:rPr lang="en-IE" sz="1800" b="1" dirty="0">
                <a:solidFill>
                  <a:srgbClr val="0000FF"/>
                </a:solidFill>
                <a:latin typeface="Cambria" pitchFamily="18" charset="0"/>
              </a:rPr>
              <a:t>Circle.draw()</a:t>
            </a:r>
            <a:r>
              <a:rPr lang="en-IE" sz="1800" dirty="0">
                <a:latin typeface="Cambria" pitchFamily="18" charset="0"/>
              </a:rPr>
              <a:t>;</a:t>
            </a:r>
          </a:p>
          <a:p>
            <a:pPr>
              <a:buNone/>
            </a:pPr>
            <a:r>
              <a:rPr lang="en-IE" sz="1800" dirty="0">
                <a:latin typeface="Cambria" pitchFamily="18" charset="0"/>
              </a:rPr>
              <a:t>			}</a:t>
            </a:r>
          </a:p>
          <a:p>
            <a:pPr>
              <a:buNone/>
            </a:pPr>
            <a:r>
              <a:rPr lang="en-IE" sz="1800" dirty="0">
                <a:latin typeface="Cambria" pitchFamily="18" charset="0"/>
              </a:rPr>
              <a:t>			</a:t>
            </a:r>
            <a:r>
              <a:rPr lang="en-IE" sz="1800" b="1" u="sng" dirty="0">
                <a:solidFill>
                  <a:srgbClr val="0000FF"/>
                </a:solidFill>
                <a:latin typeface="Cambria" pitchFamily="18" charset="0"/>
              </a:rPr>
              <a:t>else if </a:t>
            </a:r>
            <a:r>
              <a:rPr lang="en-IE" sz="1800" dirty="0">
                <a:latin typeface="Cambria" pitchFamily="18" charset="0"/>
              </a:rPr>
              <a:t>(obj instanceof Square) {</a:t>
            </a:r>
          </a:p>
          <a:p>
            <a:pPr>
              <a:buNone/>
            </a:pPr>
            <a:r>
              <a:rPr lang="en-IE" sz="1800" dirty="0">
                <a:latin typeface="Cambria" pitchFamily="18" charset="0"/>
              </a:rPr>
              <a:t>				</a:t>
            </a:r>
            <a:r>
              <a:rPr lang="en-IE" sz="1800" b="1" dirty="0">
                <a:solidFill>
                  <a:srgbClr val="0000FF"/>
                </a:solidFill>
                <a:latin typeface="Cambria" pitchFamily="18" charset="0"/>
              </a:rPr>
              <a:t>Square.draw();</a:t>
            </a:r>
          </a:p>
          <a:p>
            <a:pPr>
              <a:buNone/>
            </a:pPr>
            <a:r>
              <a:rPr lang="en-IE" sz="1800" dirty="0">
                <a:latin typeface="Cambria" pitchFamily="18" charset="0"/>
              </a:rPr>
              <a:t>			}</a:t>
            </a:r>
          </a:p>
          <a:p>
            <a:pPr>
              <a:buNone/>
            </a:pPr>
            <a:r>
              <a:rPr lang="en-IE" sz="1800" dirty="0">
                <a:latin typeface="Cambria" pitchFamily="18" charset="0"/>
              </a:rPr>
              <a:t>			</a:t>
            </a:r>
            <a:r>
              <a:rPr lang="en-IE" sz="1800" b="1" dirty="0">
                <a:solidFill>
                  <a:srgbClr val="0000FF"/>
                </a:solidFill>
                <a:latin typeface="Cambria" pitchFamily="18" charset="0"/>
              </a:rPr>
              <a:t>else </a:t>
            </a:r>
            <a:r>
              <a:rPr lang="en-IE" sz="1800" dirty="0">
                <a:latin typeface="Cambria" pitchFamily="18" charset="0"/>
              </a:rPr>
              <a:t>{</a:t>
            </a:r>
          </a:p>
          <a:p>
            <a:pPr>
              <a:buNone/>
            </a:pPr>
            <a:r>
              <a:rPr lang="en-IE" sz="1800" dirty="0">
                <a:latin typeface="Cambria" pitchFamily="18" charset="0"/>
              </a:rPr>
              <a:t>				// error condition</a:t>
            </a:r>
          </a:p>
          <a:p>
            <a:pPr>
              <a:buNone/>
            </a:pPr>
            <a:r>
              <a:rPr lang="en-IE" sz="1800" dirty="0">
                <a:latin typeface="Cambria" pitchFamily="18" charset="0"/>
              </a:rPr>
              <a:t>			}</a:t>
            </a:r>
          </a:p>
          <a:p>
            <a:pPr>
              <a:buNone/>
            </a:pPr>
            <a:r>
              <a:rPr lang="en-IE" sz="1800" dirty="0">
                <a:latin typeface="Cambria" pitchFamily="18" charset="0"/>
              </a:rPr>
              <a:t>		}</a:t>
            </a:r>
          </a:p>
        </p:txBody>
      </p:sp>
    </p:spTree>
    <p:extLst>
      <p:ext uri="{BB962C8B-B14F-4D97-AF65-F5344CB8AC3E}">
        <p14:creationId xmlns:p14="http://schemas.microsoft.com/office/powerpoint/2010/main" val="16641588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104" y="2322"/>
            <a:ext cx="7886700" cy="704101"/>
          </a:xfrm>
        </p:spPr>
        <p:txBody>
          <a:bodyPr>
            <a:normAutofit/>
          </a:bodyPr>
          <a:lstStyle/>
          <a:p>
            <a:r>
              <a:rPr lang="en-IE" dirty="0"/>
              <a:t>5. Without Polymorphism: Example 3</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4" name="Content Placeholder 3"/>
          <p:cNvSpPr>
            <a:spLocks noGrp="1"/>
          </p:cNvSpPr>
          <p:nvPr>
            <p:ph sz="quarter" idx="1"/>
          </p:nvPr>
        </p:nvSpPr>
        <p:spPr>
          <a:xfrm>
            <a:off x="179512" y="1052736"/>
            <a:ext cx="8784976" cy="5688632"/>
          </a:xfrm>
        </p:spPr>
        <p:txBody>
          <a:bodyPr>
            <a:noAutofit/>
          </a:bodyPr>
          <a:lstStyle/>
          <a:p>
            <a:pPr>
              <a:spcBef>
                <a:spcPts val="1200"/>
              </a:spcBef>
              <a:spcAft>
                <a:spcPts val="600"/>
              </a:spcAft>
            </a:pPr>
            <a:r>
              <a:rPr lang="en-IE" sz="1800" dirty="0"/>
              <a:t>Previous code: adding a new concrete shape, for example, a triangle, to the server side (classes Square and Circle); will necessitate significant change to the core business logic in the client.</a:t>
            </a:r>
          </a:p>
          <a:p>
            <a:pPr lvl="1">
              <a:spcBef>
                <a:spcPts val="1200"/>
              </a:spcBef>
              <a:spcAft>
                <a:spcPts val="600"/>
              </a:spcAft>
            </a:pPr>
            <a:r>
              <a:rPr lang="en-IE" sz="1800" dirty="0"/>
              <a:t>Client – class LacksPolymorphism3</a:t>
            </a:r>
          </a:p>
          <a:p>
            <a:pPr lvl="1">
              <a:spcBef>
                <a:spcPts val="1200"/>
              </a:spcBef>
              <a:spcAft>
                <a:spcPts val="600"/>
              </a:spcAft>
            </a:pPr>
            <a:r>
              <a:rPr lang="en-IE" sz="1800" dirty="0"/>
              <a:t>Core business logic: if statement</a:t>
            </a:r>
          </a:p>
          <a:p>
            <a:pPr>
              <a:spcBef>
                <a:spcPts val="1200"/>
              </a:spcBef>
              <a:spcAft>
                <a:spcPts val="600"/>
              </a:spcAft>
            </a:pPr>
            <a:r>
              <a:rPr lang="en-IE" sz="1800" dirty="0"/>
              <a:t>Previous code: if statements </a:t>
            </a:r>
            <a:r>
              <a:rPr lang="en-IE" sz="1800" b="1" i="1" dirty="0">
                <a:solidFill>
                  <a:srgbClr val="C00000"/>
                </a:solidFill>
              </a:rPr>
              <a:t>increase</a:t>
            </a:r>
            <a:r>
              <a:rPr lang="en-IE" sz="1800" dirty="0"/>
              <a:t> </a:t>
            </a:r>
            <a:r>
              <a:rPr lang="en-IE" sz="1800" b="1" dirty="0">
                <a:solidFill>
                  <a:srgbClr val="0000FF"/>
                </a:solidFill>
              </a:rPr>
              <a:t>McCabe Cyclomatic Complexity measure</a:t>
            </a:r>
          </a:p>
          <a:p>
            <a:pPr lvl="1">
              <a:spcBef>
                <a:spcPts val="1200"/>
              </a:spcBef>
              <a:spcAft>
                <a:spcPts val="600"/>
              </a:spcAft>
            </a:pPr>
            <a:r>
              <a:rPr lang="en-IE" sz="1800" dirty="0"/>
              <a:t>Measure of number of different flows through code</a:t>
            </a:r>
          </a:p>
          <a:p>
            <a:pPr lvl="1">
              <a:spcBef>
                <a:spcPts val="1200"/>
              </a:spcBef>
              <a:spcAft>
                <a:spcPts val="600"/>
              </a:spcAft>
            </a:pPr>
            <a:r>
              <a:rPr lang="en-IE" sz="1800" dirty="0"/>
              <a:t>Should try to minimise this metric</a:t>
            </a:r>
          </a:p>
          <a:p>
            <a:pPr lvl="1">
              <a:spcBef>
                <a:spcPts val="1200"/>
              </a:spcBef>
              <a:spcAft>
                <a:spcPts val="600"/>
              </a:spcAft>
            </a:pPr>
            <a:r>
              <a:rPr lang="en-IE" sz="1800" dirty="0"/>
              <a:t>Presence of if statements increase cost of testing and evolution support.</a:t>
            </a:r>
          </a:p>
          <a:p>
            <a:pPr>
              <a:spcBef>
                <a:spcPts val="1200"/>
              </a:spcBef>
              <a:spcAft>
                <a:spcPts val="600"/>
              </a:spcAft>
            </a:pPr>
            <a:r>
              <a:rPr lang="en-IE" sz="1800" dirty="0"/>
              <a:t>Inserting the following would generate a compile time error in the previous code:  "</a:t>
            </a:r>
            <a:r>
              <a:rPr lang="en-IE" sz="1800" b="1" dirty="0">
                <a:solidFill>
                  <a:srgbClr val="C00000"/>
                </a:solidFill>
              </a:rPr>
              <a:t>the method draw is undefined for the type of Object</a:t>
            </a:r>
            <a:r>
              <a:rPr lang="en-IE" sz="1800" dirty="0"/>
              <a:t>"</a:t>
            </a:r>
          </a:p>
          <a:p>
            <a:pPr>
              <a:spcBef>
                <a:spcPts val="1200"/>
              </a:spcBef>
              <a:spcAft>
                <a:spcPts val="600"/>
              </a:spcAft>
              <a:buNone/>
            </a:pPr>
            <a:r>
              <a:rPr lang="en-IE" sz="1800" dirty="0"/>
              <a:t>		</a:t>
            </a:r>
            <a:r>
              <a:rPr lang="en-IE" sz="1800" dirty="0">
                <a:latin typeface="Cambria" pitchFamily="18" charset="0"/>
              </a:rPr>
              <a:t>for(Object obj : list){</a:t>
            </a:r>
          </a:p>
          <a:p>
            <a:pPr>
              <a:spcBef>
                <a:spcPts val="1200"/>
              </a:spcBef>
              <a:spcAft>
                <a:spcPts val="600"/>
              </a:spcAft>
              <a:buNone/>
            </a:pPr>
            <a:r>
              <a:rPr lang="en-IE" sz="1800" dirty="0">
                <a:latin typeface="Cambria" pitchFamily="18" charset="0"/>
              </a:rPr>
              <a:t>			obj.draw();</a:t>
            </a:r>
          </a:p>
          <a:p>
            <a:pPr>
              <a:spcBef>
                <a:spcPts val="1200"/>
              </a:spcBef>
              <a:spcAft>
                <a:spcPts val="600"/>
              </a:spcAft>
              <a:buNone/>
            </a:pPr>
            <a:r>
              <a:rPr lang="en-IE" sz="1800" dirty="0">
                <a:latin typeface="Cambria" pitchFamily="18" charset="0"/>
              </a:rPr>
              <a:t>		}	</a:t>
            </a:r>
          </a:p>
        </p:txBody>
      </p:sp>
    </p:spTree>
    <p:extLst>
      <p:ext uri="{BB962C8B-B14F-4D97-AF65-F5344CB8AC3E}">
        <p14:creationId xmlns:p14="http://schemas.microsoft.com/office/powerpoint/2010/main" val="20541675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7886700" cy="704101"/>
          </a:xfrm>
        </p:spPr>
        <p:txBody>
          <a:bodyPr>
            <a:normAutofit/>
          </a:bodyPr>
          <a:lstStyle/>
          <a:p>
            <a:r>
              <a:rPr lang="en-IE" dirty="0"/>
              <a:t>5. Without Polymorphism: Example 4</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4" name="Content Placeholder 3"/>
          <p:cNvSpPr>
            <a:spLocks noGrp="1"/>
          </p:cNvSpPr>
          <p:nvPr>
            <p:ph sz="quarter" idx="1"/>
          </p:nvPr>
        </p:nvSpPr>
        <p:spPr>
          <a:xfrm>
            <a:off x="1259632" y="820733"/>
            <a:ext cx="7506416" cy="5776619"/>
          </a:xfrm>
        </p:spPr>
        <p:txBody>
          <a:bodyPr>
            <a:noAutofit/>
          </a:bodyPr>
          <a:lstStyle/>
          <a:p>
            <a:pPr>
              <a:buNone/>
            </a:pPr>
            <a:r>
              <a:rPr lang="en-IE" sz="2000" dirty="0">
                <a:latin typeface="Cambria" pitchFamily="18" charset="0"/>
              </a:rPr>
              <a:t>public </a:t>
            </a:r>
            <a:r>
              <a:rPr lang="en-IE" sz="2000" b="1" dirty="0">
                <a:latin typeface="Cambria" pitchFamily="18" charset="0"/>
              </a:rPr>
              <a:t>class</a:t>
            </a:r>
            <a:r>
              <a:rPr lang="en-IE" sz="2000" dirty="0">
                <a:latin typeface="Cambria" pitchFamily="18" charset="0"/>
              </a:rPr>
              <a:t> </a:t>
            </a:r>
            <a:r>
              <a:rPr lang="en-IE" sz="2000" b="1" u="sng" dirty="0">
                <a:solidFill>
                  <a:srgbClr val="0000FF"/>
                </a:solidFill>
                <a:latin typeface="Cambria" pitchFamily="18" charset="0"/>
              </a:rPr>
              <a:t>LacksPolymorphism4 </a:t>
            </a:r>
            <a:r>
              <a:rPr lang="en-IE" sz="2000" dirty="0">
                <a:latin typeface="Cambria" pitchFamily="18" charset="0"/>
              </a:rPr>
              <a:t>{</a:t>
            </a:r>
          </a:p>
          <a:p>
            <a:pPr>
              <a:buNone/>
            </a:pPr>
            <a:endParaRPr lang="en-IE" sz="2000" dirty="0">
              <a:latin typeface="Cambria" pitchFamily="18" charset="0"/>
            </a:endParaRPr>
          </a:p>
          <a:p>
            <a:pPr>
              <a:buNone/>
            </a:pPr>
            <a:r>
              <a:rPr lang="en-IE" sz="2000" dirty="0">
                <a:latin typeface="Cambria" pitchFamily="18" charset="0"/>
              </a:rPr>
              <a:t>	public static void main(String[] args) {</a:t>
            </a:r>
          </a:p>
          <a:p>
            <a:pPr>
              <a:buNone/>
            </a:pPr>
            <a:r>
              <a:rPr lang="en-IE" sz="2000" dirty="0">
                <a:latin typeface="Cambria" pitchFamily="18" charset="0"/>
              </a:rPr>
              <a:t>		ArrayList&lt;Circle&gt; circleList = new ArrayList&lt;Circle&gt;();</a:t>
            </a:r>
          </a:p>
          <a:p>
            <a:pPr>
              <a:buNone/>
            </a:pPr>
            <a:r>
              <a:rPr lang="en-IE" sz="2000" dirty="0">
                <a:latin typeface="Cambria" pitchFamily="18" charset="0"/>
              </a:rPr>
              <a:t>		ArrayList&lt;Square&gt; squareList = new ArrayList&lt;Square&gt;();</a:t>
            </a:r>
          </a:p>
          <a:p>
            <a:pPr>
              <a:buNone/>
            </a:pPr>
            <a:r>
              <a:rPr lang="en-IE" sz="2000" dirty="0">
                <a:latin typeface="Cambria" pitchFamily="18" charset="0"/>
              </a:rPr>
              <a:t>		circleList.add(new Circle());</a:t>
            </a:r>
          </a:p>
          <a:p>
            <a:pPr>
              <a:buNone/>
            </a:pPr>
            <a:r>
              <a:rPr lang="en-IE" sz="2000" dirty="0">
                <a:latin typeface="Cambria" pitchFamily="18" charset="0"/>
              </a:rPr>
              <a:t>		squareList.add(new Square());</a:t>
            </a:r>
          </a:p>
          <a:p>
            <a:pPr>
              <a:buNone/>
            </a:pPr>
            <a:r>
              <a:rPr lang="en-IE" sz="2000" dirty="0">
                <a:latin typeface="Cambria" pitchFamily="18" charset="0"/>
              </a:rPr>
              <a:t>		</a:t>
            </a:r>
          </a:p>
          <a:p>
            <a:pPr>
              <a:buNone/>
            </a:pPr>
            <a:r>
              <a:rPr lang="en-IE" sz="2000" dirty="0">
                <a:latin typeface="Cambria" pitchFamily="18" charset="0"/>
              </a:rPr>
              <a:t>		</a:t>
            </a:r>
            <a:r>
              <a:rPr lang="en-IE" sz="2000" b="1" dirty="0">
                <a:solidFill>
                  <a:srgbClr val="0000FF"/>
                </a:solidFill>
                <a:latin typeface="Cambria" pitchFamily="18" charset="0"/>
              </a:rPr>
              <a:t>for</a:t>
            </a:r>
            <a:r>
              <a:rPr lang="en-IE" sz="2000" dirty="0">
                <a:latin typeface="Cambria" pitchFamily="18" charset="0"/>
              </a:rPr>
              <a:t>(Circle item : circleList) {</a:t>
            </a:r>
          </a:p>
          <a:p>
            <a:pPr>
              <a:buNone/>
            </a:pPr>
            <a:r>
              <a:rPr lang="en-IE" sz="2000" dirty="0">
                <a:latin typeface="Cambria" pitchFamily="18" charset="0"/>
              </a:rPr>
              <a:t>			item.draw();</a:t>
            </a:r>
          </a:p>
          <a:p>
            <a:pPr>
              <a:buNone/>
            </a:pPr>
            <a:r>
              <a:rPr lang="en-IE" sz="2000" dirty="0">
                <a:latin typeface="Cambria" pitchFamily="18" charset="0"/>
              </a:rPr>
              <a:t>		}</a:t>
            </a:r>
          </a:p>
          <a:p>
            <a:pPr>
              <a:buNone/>
            </a:pPr>
            <a:r>
              <a:rPr lang="en-IE" sz="2000" dirty="0">
                <a:latin typeface="Cambria" pitchFamily="18" charset="0"/>
              </a:rPr>
              <a:t>		</a:t>
            </a:r>
            <a:r>
              <a:rPr lang="en-IE" sz="2000" b="1" dirty="0">
                <a:solidFill>
                  <a:srgbClr val="0000FF"/>
                </a:solidFill>
                <a:latin typeface="Cambria" pitchFamily="18" charset="0"/>
              </a:rPr>
              <a:t>for</a:t>
            </a:r>
            <a:r>
              <a:rPr lang="en-IE" sz="2000" dirty="0">
                <a:latin typeface="Cambria" pitchFamily="18" charset="0"/>
              </a:rPr>
              <a:t>(Square item : squareList) {</a:t>
            </a:r>
          </a:p>
          <a:p>
            <a:pPr>
              <a:buNone/>
            </a:pPr>
            <a:r>
              <a:rPr lang="en-IE" sz="2000" dirty="0">
                <a:latin typeface="Cambria" pitchFamily="18" charset="0"/>
              </a:rPr>
              <a:t>			item.draw();</a:t>
            </a:r>
          </a:p>
          <a:p>
            <a:pPr>
              <a:buNone/>
            </a:pPr>
            <a:r>
              <a:rPr lang="en-IE" sz="2000" dirty="0">
                <a:latin typeface="Cambria" pitchFamily="18" charset="0"/>
              </a:rPr>
              <a:t>		}				</a:t>
            </a:r>
          </a:p>
          <a:p>
            <a:pPr>
              <a:buNone/>
            </a:pPr>
            <a:r>
              <a:rPr lang="en-IE" sz="2000" dirty="0">
                <a:latin typeface="Cambria" pitchFamily="18" charset="0"/>
              </a:rPr>
              <a:t>	}</a:t>
            </a:r>
          </a:p>
          <a:p>
            <a:pPr>
              <a:buNone/>
            </a:pPr>
            <a:r>
              <a:rPr lang="en-IE" sz="2000" dirty="0">
                <a:latin typeface="Cambria" pitchFamily="18" charset="0"/>
              </a:rPr>
              <a:t>}</a:t>
            </a:r>
          </a:p>
        </p:txBody>
      </p:sp>
    </p:spTree>
    <p:extLst>
      <p:ext uri="{BB962C8B-B14F-4D97-AF65-F5344CB8AC3E}">
        <p14:creationId xmlns:p14="http://schemas.microsoft.com/office/powerpoint/2010/main" val="10069481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24325"/>
            <a:ext cx="7886700" cy="704101"/>
          </a:xfrm>
        </p:spPr>
        <p:txBody>
          <a:bodyPr>
            <a:normAutofit/>
          </a:bodyPr>
          <a:lstStyle/>
          <a:p>
            <a:r>
              <a:rPr lang="en-IE" dirty="0"/>
              <a:t>5. Without Polymorphism: Example 2</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4" name="Content Placeholder 3"/>
          <p:cNvSpPr>
            <a:spLocks noGrp="1"/>
          </p:cNvSpPr>
          <p:nvPr>
            <p:ph sz="quarter" idx="1"/>
          </p:nvPr>
        </p:nvSpPr>
        <p:spPr>
          <a:xfrm>
            <a:off x="485952" y="1268760"/>
            <a:ext cx="8406527" cy="5415352"/>
          </a:xfrm>
        </p:spPr>
        <p:txBody>
          <a:bodyPr>
            <a:normAutofit/>
          </a:bodyPr>
          <a:lstStyle/>
          <a:p>
            <a:pPr>
              <a:spcBef>
                <a:spcPts val="1200"/>
              </a:spcBef>
              <a:spcAft>
                <a:spcPts val="600"/>
              </a:spcAft>
            </a:pPr>
            <a:r>
              <a:rPr lang="en-IE" sz="2800" dirty="0"/>
              <a:t>Previous code: </a:t>
            </a:r>
            <a:r>
              <a:rPr lang="en-IE" sz="2800" b="1" u="sng" dirty="0">
                <a:effectLst>
                  <a:outerShdw blurRad="38100" dist="38100" dir="2700000" algn="tl">
                    <a:srgbClr val="000000">
                      <a:alpha val="43137"/>
                    </a:srgbClr>
                  </a:outerShdw>
                </a:effectLst>
              </a:rPr>
              <a:t>duplication</a:t>
            </a:r>
            <a:r>
              <a:rPr lang="en-IE" sz="2800" dirty="0"/>
              <a:t> of core business logic – the for loop.</a:t>
            </a:r>
          </a:p>
          <a:p>
            <a:pPr>
              <a:spcBef>
                <a:spcPts val="1200"/>
              </a:spcBef>
              <a:spcAft>
                <a:spcPts val="600"/>
              </a:spcAft>
            </a:pPr>
            <a:r>
              <a:rPr lang="en-IE" sz="2800" dirty="0"/>
              <a:t>Duplication of business logic to be avoided. Why?</a:t>
            </a:r>
          </a:p>
          <a:p>
            <a:pPr lvl="1">
              <a:spcBef>
                <a:spcPts val="1200"/>
              </a:spcBef>
              <a:spcAft>
                <a:spcPts val="600"/>
              </a:spcAft>
            </a:pPr>
            <a:r>
              <a:rPr lang="en-IE" sz="2800" dirty="0"/>
              <a:t>Change to business rules requires change to business logic.</a:t>
            </a:r>
          </a:p>
          <a:p>
            <a:pPr lvl="1">
              <a:spcBef>
                <a:spcPts val="1200"/>
              </a:spcBef>
              <a:spcAft>
                <a:spcPts val="600"/>
              </a:spcAft>
            </a:pPr>
            <a:r>
              <a:rPr lang="en-IE" sz="2800" dirty="0"/>
              <a:t>Danger of not implementing change in ore or more duplicates</a:t>
            </a:r>
          </a:p>
          <a:p>
            <a:pPr lvl="1">
              <a:spcBef>
                <a:spcPts val="1200"/>
              </a:spcBef>
              <a:spcAft>
                <a:spcPts val="600"/>
              </a:spcAft>
            </a:pPr>
            <a:r>
              <a:rPr lang="en-IE" sz="2800" dirty="0"/>
              <a:t>Bug</a:t>
            </a:r>
          </a:p>
          <a:p>
            <a:pPr>
              <a:spcBef>
                <a:spcPts val="1200"/>
              </a:spcBef>
              <a:spcAft>
                <a:spcPts val="600"/>
              </a:spcAft>
            </a:pPr>
            <a:r>
              <a:rPr lang="en-IE" sz="2800" dirty="0"/>
              <a:t>Studies show that up to </a:t>
            </a:r>
            <a:r>
              <a:rPr lang="en-IE" sz="2800" b="1" dirty="0">
                <a:solidFill>
                  <a:srgbClr val="0000FF"/>
                </a:solidFill>
              </a:rPr>
              <a:t>30% of codebases consists of duplicates</a:t>
            </a:r>
            <a:r>
              <a:rPr lang="en-IE" sz="2800" dirty="0"/>
              <a:t> of varying degrees!</a:t>
            </a:r>
          </a:p>
        </p:txBody>
      </p:sp>
    </p:spTree>
    <p:extLst>
      <p:ext uri="{BB962C8B-B14F-4D97-AF65-F5344CB8AC3E}">
        <p14:creationId xmlns:p14="http://schemas.microsoft.com/office/powerpoint/2010/main" val="2386575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45F4521-8EE4-4DEA-BADA-7602113FA950}" type="slidenum">
              <a:rPr kumimoji="0" lang="en-GB" sz="900" b="0" i="0" u="none" strike="noStrike" kern="1200" cap="none" spc="0" normalizeH="0" baseline="0" noProof="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GB"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100354" name="Rectangle 2"/>
          <p:cNvSpPr>
            <a:spLocks noGrp="1" noChangeArrowheads="1"/>
          </p:cNvSpPr>
          <p:nvPr>
            <p:ph type="title"/>
          </p:nvPr>
        </p:nvSpPr>
        <p:spPr>
          <a:xfrm>
            <a:off x="312118" y="116632"/>
            <a:ext cx="7886700" cy="704101"/>
          </a:xfrm>
        </p:spPr>
        <p:txBody>
          <a:bodyPr/>
          <a:lstStyle/>
          <a:p>
            <a:r>
              <a:rPr lang="en-GB" dirty="0"/>
              <a:t>5. Polymorphism</a:t>
            </a:r>
          </a:p>
        </p:txBody>
      </p:sp>
      <p:sp>
        <p:nvSpPr>
          <p:cNvPr id="100355" name="Rectangle 3"/>
          <p:cNvSpPr>
            <a:spLocks noGrp="1" noChangeArrowheads="1"/>
          </p:cNvSpPr>
          <p:nvPr>
            <p:ph type="body" idx="1"/>
          </p:nvPr>
        </p:nvSpPr>
        <p:spPr>
          <a:xfrm>
            <a:off x="323528" y="1268760"/>
            <a:ext cx="8363272" cy="5328890"/>
          </a:xfrm>
        </p:spPr>
        <p:txBody>
          <a:bodyPr>
            <a:normAutofit fontScale="92500" lnSpcReduction="20000"/>
          </a:bodyPr>
          <a:lstStyle/>
          <a:p>
            <a:pPr>
              <a:lnSpc>
                <a:spcPct val="90000"/>
              </a:lnSpc>
              <a:spcBef>
                <a:spcPts val="1800"/>
              </a:spcBef>
              <a:spcAft>
                <a:spcPts val="600"/>
              </a:spcAft>
            </a:pPr>
            <a:r>
              <a:rPr lang="en-GB" sz="3200" b="1" dirty="0">
                <a:solidFill>
                  <a:srgbClr val="0000FF"/>
                </a:solidFill>
              </a:rPr>
              <a:t>Polymorphism: “one interface, multiple methods</a:t>
            </a:r>
            <a:r>
              <a:rPr lang="en-GB" sz="3200" dirty="0"/>
              <a:t>”.</a:t>
            </a:r>
          </a:p>
          <a:p>
            <a:pPr>
              <a:lnSpc>
                <a:spcPct val="90000"/>
              </a:lnSpc>
              <a:spcBef>
                <a:spcPts val="1800"/>
              </a:spcBef>
              <a:spcAft>
                <a:spcPts val="600"/>
              </a:spcAft>
            </a:pPr>
            <a:r>
              <a:rPr lang="en-GB" sz="3200" dirty="0"/>
              <a:t>In OO languages, polymorphism supported at compile time and run time.</a:t>
            </a:r>
          </a:p>
          <a:p>
            <a:pPr>
              <a:lnSpc>
                <a:spcPct val="90000"/>
              </a:lnSpc>
              <a:spcBef>
                <a:spcPts val="1800"/>
              </a:spcBef>
              <a:spcAft>
                <a:spcPts val="600"/>
              </a:spcAft>
            </a:pPr>
            <a:r>
              <a:rPr lang="en-GB" sz="3200" dirty="0"/>
              <a:t>Compile time: function and operator overloading.</a:t>
            </a:r>
          </a:p>
          <a:p>
            <a:pPr>
              <a:lnSpc>
                <a:spcPct val="90000"/>
              </a:lnSpc>
              <a:spcBef>
                <a:spcPts val="1800"/>
              </a:spcBef>
              <a:spcAft>
                <a:spcPts val="600"/>
              </a:spcAft>
            </a:pPr>
            <a:r>
              <a:rPr lang="en-GB" sz="3200" dirty="0"/>
              <a:t>Runtime polymorphism: known as overriding, late binding or dynamic binding.</a:t>
            </a:r>
          </a:p>
          <a:p>
            <a:pPr>
              <a:lnSpc>
                <a:spcPct val="90000"/>
              </a:lnSpc>
              <a:spcBef>
                <a:spcPts val="1800"/>
              </a:spcBef>
              <a:spcAft>
                <a:spcPts val="600"/>
              </a:spcAft>
            </a:pPr>
            <a:r>
              <a:rPr lang="en-GB" sz="3200" dirty="0"/>
              <a:t>Same message being passed to different objects, with objects responding in a different way.</a:t>
            </a:r>
          </a:p>
        </p:txBody>
      </p:sp>
    </p:spTree>
    <p:extLst>
      <p:ext uri="{BB962C8B-B14F-4D97-AF65-F5344CB8AC3E}">
        <p14:creationId xmlns:p14="http://schemas.microsoft.com/office/powerpoint/2010/main" val="27772102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5182"/>
            <a:ext cx="7886700" cy="704101"/>
          </a:xfrm>
        </p:spPr>
        <p:txBody>
          <a:bodyPr/>
          <a:lstStyle/>
          <a:p>
            <a:r>
              <a:rPr lang="en-IE" dirty="0"/>
              <a:t>5. Benefits of Polymorphism</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4" name="Content Placeholder 3"/>
          <p:cNvSpPr>
            <a:spLocks noGrp="1"/>
          </p:cNvSpPr>
          <p:nvPr>
            <p:ph sz="quarter" idx="1"/>
          </p:nvPr>
        </p:nvSpPr>
        <p:spPr>
          <a:xfrm>
            <a:off x="485952" y="1340768"/>
            <a:ext cx="8118495" cy="4752528"/>
          </a:xfrm>
        </p:spPr>
        <p:txBody>
          <a:bodyPr>
            <a:normAutofit fontScale="92500"/>
          </a:bodyPr>
          <a:lstStyle/>
          <a:p>
            <a:pPr>
              <a:spcBef>
                <a:spcPts val="1200"/>
              </a:spcBef>
              <a:spcAft>
                <a:spcPts val="600"/>
              </a:spcAft>
            </a:pPr>
            <a:r>
              <a:rPr lang="en-IE" sz="2400" dirty="0"/>
              <a:t>See example classes Polymorphism1 and Polymorphism2</a:t>
            </a:r>
          </a:p>
          <a:p>
            <a:pPr>
              <a:spcBef>
                <a:spcPts val="1200"/>
              </a:spcBef>
              <a:spcAft>
                <a:spcPts val="600"/>
              </a:spcAft>
            </a:pPr>
            <a:r>
              <a:rPr lang="en-IE" sz="2400" dirty="0"/>
              <a:t>Implementation requires supertypes: interfaces or superclasses</a:t>
            </a:r>
          </a:p>
          <a:p>
            <a:pPr>
              <a:spcBef>
                <a:spcPts val="1200"/>
              </a:spcBef>
              <a:spcAft>
                <a:spcPts val="600"/>
              </a:spcAft>
            </a:pPr>
            <a:r>
              <a:rPr lang="en-IE" sz="2400" dirty="0"/>
              <a:t>Benefit: impact on client code minimised by changes to server side implementation</a:t>
            </a:r>
          </a:p>
          <a:p>
            <a:pPr lvl="1">
              <a:spcBef>
                <a:spcPts val="1200"/>
              </a:spcBef>
              <a:spcAft>
                <a:spcPts val="600"/>
              </a:spcAft>
            </a:pPr>
            <a:r>
              <a:rPr lang="en-IE" sz="2400" dirty="0"/>
              <a:t>Client code in previous examples: class with main method</a:t>
            </a:r>
          </a:p>
          <a:p>
            <a:pPr lvl="1">
              <a:spcBef>
                <a:spcPts val="1200"/>
              </a:spcBef>
              <a:spcAft>
                <a:spcPts val="600"/>
              </a:spcAft>
            </a:pPr>
            <a:r>
              <a:rPr lang="en-IE" sz="2400" dirty="0"/>
              <a:t>Server side: classes Circle, Square, and supertype.</a:t>
            </a:r>
          </a:p>
          <a:p>
            <a:pPr lvl="1">
              <a:spcBef>
                <a:spcPts val="1200"/>
              </a:spcBef>
              <a:spcAft>
                <a:spcPts val="600"/>
              </a:spcAft>
            </a:pPr>
            <a:r>
              <a:rPr lang="en-IE" sz="2400" dirty="0"/>
              <a:t>Change: adding a new concrete shape to the server side i.e. a Triangle</a:t>
            </a:r>
          </a:p>
          <a:p>
            <a:pPr>
              <a:spcBef>
                <a:spcPts val="1200"/>
              </a:spcBef>
              <a:spcAft>
                <a:spcPts val="600"/>
              </a:spcAft>
            </a:pPr>
            <a:r>
              <a:rPr lang="en-IE" sz="2600" dirty="0">
                <a:effectLst>
                  <a:outerShdw blurRad="38100" dist="38100" dir="2700000" algn="tl">
                    <a:srgbClr val="000000">
                      <a:alpha val="43137"/>
                    </a:srgbClr>
                  </a:outerShdw>
                </a:effectLst>
                <a:sym typeface="Wingdings" pitchFamily="2" charset="2"/>
              </a:rPr>
              <a:t> Supports extensibility  Evolution support</a:t>
            </a:r>
            <a:endParaRPr lang="en-IE" sz="26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529675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2"/>
            <a:ext cx="7886700" cy="704101"/>
          </a:xfrm>
        </p:spPr>
        <p:txBody>
          <a:bodyPr/>
          <a:lstStyle/>
          <a:p>
            <a:r>
              <a:rPr lang="en-IE" dirty="0"/>
              <a:t>5. Polymorphism </a:t>
            </a:r>
            <a:r>
              <a:rPr lang="en-IE" dirty="0">
                <a:sym typeface="Wingdings" panose="05000000000000000000" pitchFamily="2" charset="2"/>
              </a:rPr>
              <a:t> SUPPORTING EVOLUTION</a:t>
            </a:r>
            <a:endParaRPr lang="en-IE" dirty="0"/>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4" name="Content Placeholder 3"/>
          <p:cNvSpPr>
            <a:spLocks noGrp="1"/>
          </p:cNvSpPr>
          <p:nvPr>
            <p:ph sz="quarter" idx="1"/>
          </p:nvPr>
        </p:nvSpPr>
        <p:spPr>
          <a:xfrm>
            <a:off x="179512" y="820732"/>
            <a:ext cx="8856984" cy="5344571"/>
          </a:xfrm>
        </p:spPr>
        <p:txBody>
          <a:bodyPr>
            <a:normAutofit fontScale="85000" lnSpcReduction="20000"/>
          </a:bodyPr>
          <a:lstStyle/>
          <a:p>
            <a:pPr marL="0" indent="0">
              <a:spcBef>
                <a:spcPts val="1200"/>
              </a:spcBef>
              <a:spcAft>
                <a:spcPts val="600"/>
              </a:spcAft>
              <a:buNone/>
            </a:pPr>
            <a:r>
              <a:rPr lang="en-IE" sz="2000" dirty="0"/>
              <a:t>We have seen</a:t>
            </a:r>
          </a:p>
          <a:p>
            <a:pPr>
              <a:spcBef>
                <a:spcPts val="1200"/>
              </a:spcBef>
              <a:spcAft>
                <a:spcPts val="600"/>
              </a:spcAft>
            </a:pPr>
            <a:r>
              <a:rPr lang="en-IE" sz="2000" b="1" dirty="0">
                <a:solidFill>
                  <a:srgbClr val="0000FF"/>
                </a:solidFill>
              </a:rPr>
              <a:t>List of employees </a:t>
            </a:r>
          </a:p>
          <a:p>
            <a:pPr lvl="1">
              <a:spcBef>
                <a:spcPts val="1200"/>
              </a:spcBef>
              <a:spcAft>
                <a:spcPts val="600"/>
              </a:spcAft>
            </a:pPr>
            <a:r>
              <a:rPr lang="en-IE" sz="2000" dirty="0"/>
              <a:t>where each element is instantiated from a different subclass in the inheritance hierarchy</a:t>
            </a:r>
          </a:p>
          <a:p>
            <a:pPr>
              <a:spcBef>
                <a:spcPts val="1200"/>
              </a:spcBef>
              <a:spcAft>
                <a:spcPts val="600"/>
              </a:spcAft>
            </a:pPr>
            <a:r>
              <a:rPr lang="en-IE" sz="2000" b="1" dirty="0">
                <a:solidFill>
                  <a:srgbClr val="0000FF"/>
                </a:solidFill>
              </a:rPr>
              <a:t>List of shapes and drawables</a:t>
            </a:r>
          </a:p>
          <a:p>
            <a:pPr lvl="1">
              <a:spcBef>
                <a:spcPts val="1200"/>
              </a:spcBef>
              <a:spcAft>
                <a:spcPts val="600"/>
              </a:spcAft>
            </a:pPr>
            <a:r>
              <a:rPr lang="en-IE" sz="2000" dirty="0"/>
              <a:t>Where each element is instantiated from a subclass in the inheritance hierarchy, or a class that implements the interface</a:t>
            </a:r>
          </a:p>
          <a:p>
            <a:pPr>
              <a:spcBef>
                <a:spcPts val="1200"/>
              </a:spcBef>
              <a:spcAft>
                <a:spcPts val="600"/>
              </a:spcAft>
            </a:pPr>
            <a:r>
              <a:rPr lang="en-IE" sz="2000" b="1" dirty="0">
                <a:solidFill>
                  <a:srgbClr val="0000FF"/>
                </a:solidFill>
              </a:rPr>
              <a:t>Talked about a list of students</a:t>
            </a:r>
          </a:p>
          <a:p>
            <a:pPr lvl="1">
              <a:spcBef>
                <a:spcPts val="1200"/>
              </a:spcBef>
              <a:spcAft>
                <a:spcPts val="600"/>
              </a:spcAft>
            </a:pPr>
            <a:r>
              <a:rPr lang="en-IE" sz="2000" dirty="0"/>
              <a:t>where each element in the list is instantiated from:</a:t>
            </a:r>
          </a:p>
          <a:p>
            <a:pPr lvl="2">
              <a:spcBef>
                <a:spcPts val="1200"/>
              </a:spcBef>
              <a:spcAft>
                <a:spcPts val="600"/>
              </a:spcAft>
            </a:pPr>
            <a:r>
              <a:rPr lang="en-IE" sz="2000" dirty="0"/>
              <a:t>different subclasses in the student taxonomic hierarchy AND/OR</a:t>
            </a:r>
          </a:p>
          <a:p>
            <a:pPr lvl="2">
              <a:spcBef>
                <a:spcPts val="1200"/>
              </a:spcBef>
              <a:spcAft>
                <a:spcPts val="600"/>
              </a:spcAft>
            </a:pPr>
            <a:r>
              <a:rPr lang="en-IE" sz="2000" dirty="0"/>
              <a:t>Classes that implement an explicit student interface</a:t>
            </a:r>
          </a:p>
          <a:p>
            <a:pPr lvl="1">
              <a:spcBef>
                <a:spcPts val="1200"/>
              </a:spcBef>
              <a:spcAft>
                <a:spcPts val="600"/>
              </a:spcAft>
            </a:pPr>
            <a:r>
              <a:rPr lang="en-IE" sz="2000" dirty="0"/>
              <a:t> i.e. EUundergraduate, nonEUundergraduate, EUlinkIn, nonEUlinkIn</a:t>
            </a:r>
          </a:p>
          <a:p>
            <a:pPr lvl="1">
              <a:spcBef>
                <a:spcPts val="1200"/>
              </a:spcBef>
              <a:spcAft>
                <a:spcPts val="600"/>
              </a:spcAft>
            </a:pPr>
            <a:endParaRPr lang="en-IE" sz="2000" dirty="0"/>
          </a:p>
          <a:p>
            <a:pPr>
              <a:spcBef>
                <a:spcPts val="1200"/>
              </a:spcBef>
              <a:spcAft>
                <a:spcPts val="600"/>
              </a:spcAft>
            </a:pPr>
            <a:r>
              <a:rPr lang="en-IE" sz="2000" b="1" dirty="0">
                <a:effectLst>
                  <a:outerShdw blurRad="38100" dist="38100" dir="2700000" algn="tl">
                    <a:srgbClr val="000000">
                      <a:alpha val="43137"/>
                    </a:srgbClr>
                  </a:outerShdw>
                </a:effectLst>
                <a:sym typeface="Wingdings" panose="05000000000000000000" pitchFamily="2" charset="2"/>
              </a:rPr>
              <a:t> </a:t>
            </a:r>
            <a:r>
              <a:rPr lang="en-IE" sz="3300" b="1" dirty="0">
                <a:effectLst>
                  <a:outerShdw blurRad="38100" dist="38100" dir="2700000" algn="tl">
                    <a:srgbClr val="000000">
                      <a:alpha val="43137"/>
                    </a:srgbClr>
                  </a:outerShdw>
                </a:effectLst>
                <a:sym typeface="Wingdings" panose="05000000000000000000" pitchFamily="2" charset="2"/>
              </a:rPr>
              <a:t>all subject to constant change</a:t>
            </a:r>
            <a:endParaRPr lang="en-IE" sz="3300" b="1" dirty="0">
              <a:effectLst>
                <a:outerShdw blurRad="38100" dist="38100" dir="2700000" algn="tl">
                  <a:srgbClr val="000000">
                    <a:alpha val="43137"/>
                  </a:srgbClr>
                </a:outerShdw>
              </a:effectLst>
            </a:endParaRPr>
          </a:p>
          <a:p>
            <a:pPr lvl="2"/>
            <a:endParaRPr lang="en-IE" dirty="0"/>
          </a:p>
        </p:txBody>
      </p:sp>
    </p:spTree>
    <p:extLst>
      <p:ext uri="{BB962C8B-B14F-4D97-AF65-F5344CB8AC3E}">
        <p14:creationId xmlns:p14="http://schemas.microsoft.com/office/powerpoint/2010/main" val="39182824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26B2CC9-CF18-4AA7-AD22-841D849E89DF}" type="slidenum">
              <a:rPr kumimoji="0" lang="en-GB" sz="900" b="0" i="0" u="none" strike="noStrike" kern="1200" cap="none" spc="0" normalizeH="0" baseline="0" noProof="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en-GB"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101378" name="Rectangle 2"/>
          <p:cNvSpPr>
            <a:spLocks noGrp="1" noChangeArrowheads="1"/>
          </p:cNvSpPr>
          <p:nvPr>
            <p:ph type="title"/>
          </p:nvPr>
        </p:nvSpPr>
        <p:spPr>
          <a:xfrm>
            <a:off x="251520" y="116632"/>
            <a:ext cx="7886700" cy="704101"/>
          </a:xfrm>
        </p:spPr>
        <p:txBody>
          <a:bodyPr>
            <a:normAutofit/>
          </a:bodyPr>
          <a:lstStyle/>
          <a:p>
            <a:r>
              <a:rPr lang="en-GB" dirty="0"/>
              <a:t>5. Polymorphism in Diagrammatic Form</a:t>
            </a:r>
          </a:p>
        </p:txBody>
      </p:sp>
      <p:sp>
        <p:nvSpPr>
          <p:cNvPr id="101379" name="Rectangle 3"/>
          <p:cNvSpPr>
            <a:spLocks noGrp="1" noChangeArrowheads="1"/>
          </p:cNvSpPr>
          <p:nvPr>
            <p:ph type="body" idx="1"/>
          </p:nvPr>
        </p:nvSpPr>
        <p:spPr>
          <a:xfrm>
            <a:off x="539552" y="954820"/>
            <a:ext cx="7886700" cy="3222000"/>
          </a:xfrm>
        </p:spPr>
        <p:txBody>
          <a:bodyPr/>
          <a:lstStyle/>
          <a:p>
            <a:r>
              <a:rPr lang="en-GB" sz="1600" dirty="0"/>
              <a:t>Illustrated using a Communication diagram</a:t>
            </a:r>
          </a:p>
          <a:p>
            <a:endParaRPr lang="en-GB" dirty="0"/>
          </a:p>
        </p:txBody>
      </p:sp>
      <p:pic>
        <p:nvPicPr>
          <p:cNvPr id="101380" name="Picture 4" descr="collaboration"/>
          <p:cNvPicPr>
            <a:picLocks noChangeAspect="1" noChangeArrowheads="1"/>
          </p:cNvPicPr>
          <p:nvPr/>
        </p:nvPicPr>
        <p:blipFill>
          <a:blip r:embed="rId2" cstate="print"/>
          <a:srcRect/>
          <a:stretch>
            <a:fillRect/>
          </a:stretch>
        </p:blipFill>
        <p:spPr bwMode="auto">
          <a:xfrm>
            <a:off x="33154" y="2590962"/>
            <a:ext cx="9144000" cy="2468562"/>
          </a:xfrm>
          <a:prstGeom prst="rect">
            <a:avLst/>
          </a:prstGeom>
          <a:noFill/>
          <a:ln w="9525">
            <a:noFill/>
            <a:miter lim="800000"/>
            <a:headEnd/>
            <a:tailEnd/>
          </a:ln>
        </p:spPr>
      </p:pic>
    </p:spTree>
    <p:extLst>
      <p:ext uri="{BB962C8B-B14F-4D97-AF65-F5344CB8AC3E}">
        <p14:creationId xmlns:p14="http://schemas.microsoft.com/office/powerpoint/2010/main" val="10278046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8022FC2-EAAB-4B93-A8DF-36B704E152B5}" type="slidenum">
              <a:rPr kumimoji="0" lang="en-GB" sz="900" b="0" i="0" u="none" strike="noStrike" kern="1200" cap="none" spc="0" normalizeH="0" baseline="0" noProof="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GB"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102402" name="Rectangle 2"/>
          <p:cNvSpPr>
            <a:spLocks noGrp="1" noChangeArrowheads="1"/>
          </p:cNvSpPr>
          <p:nvPr>
            <p:ph type="title"/>
          </p:nvPr>
        </p:nvSpPr>
        <p:spPr>
          <a:xfrm>
            <a:off x="179512" y="116632"/>
            <a:ext cx="7886700" cy="704101"/>
          </a:xfrm>
        </p:spPr>
        <p:txBody>
          <a:bodyPr/>
          <a:lstStyle/>
          <a:p>
            <a:r>
              <a:rPr lang="en-GB" dirty="0"/>
              <a:t>5. Polymorphism</a:t>
            </a:r>
          </a:p>
        </p:txBody>
      </p:sp>
      <p:sp>
        <p:nvSpPr>
          <p:cNvPr id="102403" name="Rectangle 3"/>
          <p:cNvSpPr>
            <a:spLocks noGrp="1" noChangeArrowheads="1"/>
          </p:cNvSpPr>
          <p:nvPr>
            <p:ph type="body" idx="1"/>
          </p:nvPr>
        </p:nvSpPr>
        <p:spPr>
          <a:xfrm>
            <a:off x="395536" y="1432389"/>
            <a:ext cx="8568952" cy="5069160"/>
          </a:xfrm>
        </p:spPr>
        <p:txBody>
          <a:bodyPr>
            <a:normAutofit/>
          </a:bodyPr>
          <a:lstStyle/>
          <a:p>
            <a:pPr>
              <a:spcBef>
                <a:spcPts val="1200"/>
              </a:spcBef>
              <a:spcAft>
                <a:spcPts val="600"/>
              </a:spcAft>
            </a:pPr>
            <a:r>
              <a:rPr lang="en-GB" sz="2400" dirty="0"/>
              <a:t>Runtime polymorphism dependent on dynamic (late) binding.</a:t>
            </a:r>
          </a:p>
          <a:p>
            <a:pPr>
              <a:spcBef>
                <a:spcPts val="1200"/>
              </a:spcBef>
              <a:spcAft>
                <a:spcPts val="600"/>
              </a:spcAft>
            </a:pPr>
            <a:r>
              <a:rPr lang="en-GB" sz="2400" dirty="0"/>
              <a:t>Dynamic (late) binding: determining which code to execute at run time.</a:t>
            </a:r>
          </a:p>
          <a:p>
            <a:pPr>
              <a:spcBef>
                <a:spcPts val="1200"/>
              </a:spcBef>
              <a:spcAft>
                <a:spcPts val="600"/>
              </a:spcAft>
            </a:pPr>
            <a:r>
              <a:rPr lang="en-GB" sz="2400" dirty="0"/>
              <a:t>C++: </a:t>
            </a:r>
          </a:p>
          <a:p>
            <a:pPr lvl="1">
              <a:spcBef>
                <a:spcPts val="1200"/>
              </a:spcBef>
              <a:spcAft>
                <a:spcPts val="600"/>
              </a:spcAft>
            </a:pPr>
            <a:r>
              <a:rPr lang="en-GB" sz="2100" dirty="0"/>
              <a:t>Use the keyword virtual</a:t>
            </a:r>
          </a:p>
          <a:p>
            <a:pPr lvl="1">
              <a:spcBef>
                <a:spcPts val="1200"/>
              </a:spcBef>
              <a:spcAft>
                <a:spcPts val="600"/>
              </a:spcAft>
            </a:pPr>
            <a:r>
              <a:rPr lang="en-GB" sz="2100" dirty="0"/>
              <a:t>A virtual function is a function that is declared as virtual in a base class and redefined in one or more derived classes.</a:t>
            </a:r>
          </a:p>
          <a:p>
            <a:pPr lvl="1">
              <a:spcBef>
                <a:spcPts val="1200"/>
              </a:spcBef>
              <a:spcAft>
                <a:spcPts val="600"/>
              </a:spcAft>
            </a:pPr>
            <a:r>
              <a:rPr lang="en-GB" sz="2100" dirty="0"/>
              <a:t>Virtual functions are special because when one is accessed using a pointer of the base class to an object of a derived class, C++ determines which function to call at run-time, based on the type of object pointed to.</a:t>
            </a:r>
          </a:p>
        </p:txBody>
      </p:sp>
    </p:spTree>
    <p:extLst>
      <p:ext uri="{BB962C8B-B14F-4D97-AF65-F5344CB8AC3E}">
        <p14:creationId xmlns:p14="http://schemas.microsoft.com/office/powerpoint/2010/main" val="18207035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16632"/>
            <a:ext cx="7886700" cy="704101"/>
          </a:xfrm>
        </p:spPr>
        <p:txBody>
          <a:bodyPr/>
          <a:lstStyle/>
          <a:p>
            <a:r>
              <a:rPr lang="en-IE" dirty="0"/>
              <a:t>5. Polymorphism</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pic>
        <p:nvPicPr>
          <p:cNvPr id="5" name="Content Placeholder 4" descr="Bennett_al_3rd-fig-4_3-Employee-Class-italic.gif"/>
          <p:cNvPicPr>
            <a:picLocks noGrp="1" noChangeAspect="1"/>
          </p:cNvPicPr>
          <p:nvPr>
            <p:ph sz="quarter" idx="1"/>
          </p:nvPr>
        </p:nvPicPr>
        <p:blipFill>
          <a:blip r:embed="rId2" cstate="print"/>
          <a:stretch>
            <a:fillRect/>
          </a:stretch>
        </p:blipFill>
        <p:spPr>
          <a:xfrm>
            <a:off x="768312" y="744729"/>
            <a:ext cx="7429179" cy="4481092"/>
          </a:xfrm>
        </p:spPr>
      </p:pic>
      <p:sp>
        <p:nvSpPr>
          <p:cNvPr id="6" name="TextBox 5"/>
          <p:cNvSpPr txBox="1"/>
          <p:nvPr/>
        </p:nvSpPr>
        <p:spPr>
          <a:xfrm>
            <a:off x="2123728" y="5733256"/>
            <a:ext cx="4211409"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E" sz="1800" b="0" i="0" u="none" strike="noStrike" kern="1200" cap="none" spc="0" normalizeH="0" baseline="0" noProof="0" dirty="0">
                <a:ln>
                  <a:noFill/>
                </a:ln>
                <a:solidFill>
                  <a:srgbClr val="171616"/>
                </a:solidFill>
                <a:effectLst/>
                <a:uLnTx/>
                <a:uFillTx/>
                <a:latin typeface="Arial" charset="0"/>
                <a:ea typeface="+mn-ea"/>
                <a:cs typeface="+mn-cs"/>
              </a:rPr>
              <a:t>Italics imply that the element is abstract</a:t>
            </a:r>
          </a:p>
        </p:txBody>
      </p:sp>
    </p:spTree>
    <p:extLst>
      <p:ext uri="{BB962C8B-B14F-4D97-AF65-F5344CB8AC3E}">
        <p14:creationId xmlns:p14="http://schemas.microsoft.com/office/powerpoint/2010/main" val="8627326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28600"/>
            <a:ext cx="8892480" cy="990600"/>
          </a:xfrm>
        </p:spPr>
        <p:txBody>
          <a:bodyPr>
            <a:normAutofit/>
          </a:bodyPr>
          <a:lstStyle/>
          <a:p>
            <a:r>
              <a:rPr lang="en-IE" dirty="0"/>
              <a:t>5. Comparison of Sample OO Languages</a:t>
            </a:r>
          </a:p>
        </p:txBody>
      </p:sp>
      <p:sp>
        <p:nvSpPr>
          <p:cNvPr id="3" name="Slide Number Placeholder 2"/>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3F4E989-F763-4004-9F33-B18218F0D50C}" type="slidenum">
              <a:rPr kumimoji="0" lang="en-US" altLang="en-US" sz="900" b="0" i="0" u="none" strike="noStrike" kern="1200" cap="none" spc="0" normalizeH="0" baseline="0" noProof="0" smtClean="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en-US" altLang="en-US"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graphicFrame>
        <p:nvGraphicFramePr>
          <p:cNvPr id="5" name="Content Placeholder 4"/>
          <p:cNvGraphicFramePr>
            <a:graphicFrameLocks noGrp="1"/>
          </p:cNvGraphicFramePr>
          <p:nvPr>
            <p:ph sz="quarter" idx="1"/>
          </p:nvPr>
        </p:nvGraphicFramePr>
        <p:xfrm>
          <a:off x="179512" y="2204864"/>
          <a:ext cx="8856981" cy="2966720"/>
        </p:xfrm>
        <a:graphic>
          <a:graphicData uri="http://schemas.openxmlformats.org/drawingml/2006/table">
            <a:tbl>
              <a:tblPr firstRow="1" bandRow="1">
                <a:tableStyleId>{5C22544A-7EE6-4342-B048-85BDC9FD1C3A}</a:tableStyleId>
              </a:tblPr>
              <a:tblGrid>
                <a:gridCol w="3024332">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648072">
                  <a:extLst>
                    <a:ext uri="{9D8B030D-6E8A-4147-A177-3AD203B41FA5}">
                      <a16:colId xmlns:a16="http://schemas.microsoft.com/office/drawing/2014/main" val="20002"/>
                    </a:ext>
                  </a:extLst>
                </a:gridCol>
                <a:gridCol w="576064">
                  <a:extLst>
                    <a:ext uri="{9D8B030D-6E8A-4147-A177-3AD203B41FA5}">
                      <a16:colId xmlns:a16="http://schemas.microsoft.com/office/drawing/2014/main" val="20003"/>
                    </a:ext>
                  </a:extLst>
                </a:gridCol>
                <a:gridCol w="648072">
                  <a:extLst>
                    <a:ext uri="{9D8B030D-6E8A-4147-A177-3AD203B41FA5}">
                      <a16:colId xmlns:a16="http://schemas.microsoft.com/office/drawing/2014/main" val="20004"/>
                    </a:ext>
                  </a:extLst>
                </a:gridCol>
                <a:gridCol w="648072">
                  <a:extLst>
                    <a:ext uri="{9D8B030D-6E8A-4147-A177-3AD203B41FA5}">
                      <a16:colId xmlns:a16="http://schemas.microsoft.com/office/drawing/2014/main" val="20005"/>
                    </a:ext>
                  </a:extLst>
                </a:gridCol>
                <a:gridCol w="864096">
                  <a:extLst>
                    <a:ext uri="{9D8B030D-6E8A-4147-A177-3AD203B41FA5}">
                      <a16:colId xmlns:a16="http://schemas.microsoft.com/office/drawing/2014/main" val="20006"/>
                    </a:ext>
                  </a:extLst>
                </a:gridCol>
                <a:gridCol w="720080">
                  <a:extLst>
                    <a:ext uri="{9D8B030D-6E8A-4147-A177-3AD203B41FA5}">
                      <a16:colId xmlns:a16="http://schemas.microsoft.com/office/drawing/2014/main" val="20007"/>
                    </a:ext>
                  </a:extLst>
                </a:gridCol>
                <a:gridCol w="936105">
                  <a:extLst>
                    <a:ext uri="{9D8B030D-6E8A-4147-A177-3AD203B41FA5}">
                      <a16:colId xmlns:a16="http://schemas.microsoft.com/office/drawing/2014/main" val="20008"/>
                    </a:ext>
                  </a:extLst>
                </a:gridCol>
              </a:tblGrid>
              <a:tr h="370840">
                <a:tc>
                  <a:txBody>
                    <a:bodyPr/>
                    <a:lstStyle/>
                    <a:p>
                      <a:pPr algn="ctr"/>
                      <a:r>
                        <a:rPr lang="en-IE" dirty="0">
                          <a:solidFill>
                            <a:schemeClr val="tx1"/>
                          </a:solidFill>
                        </a:rPr>
                        <a:t>Feature</a:t>
                      </a:r>
                    </a:p>
                  </a:txBody>
                  <a:tcPr/>
                </a:tc>
                <a:tc>
                  <a:txBody>
                    <a:bodyPr/>
                    <a:lstStyle/>
                    <a:p>
                      <a:pPr algn="ctr"/>
                      <a:r>
                        <a:rPr lang="en-IE" dirty="0">
                          <a:solidFill>
                            <a:schemeClr val="tx1"/>
                          </a:solidFill>
                        </a:rPr>
                        <a:t>Java</a:t>
                      </a:r>
                    </a:p>
                  </a:txBody>
                  <a:tcPr/>
                </a:tc>
                <a:tc>
                  <a:txBody>
                    <a:bodyPr/>
                    <a:lstStyle/>
                    <a:p>
                      <a:pPr algn="ctr"/>
                      <a:r>
                        <a:rPr lang="en-IE" dirty="0">
                          <a:solidFill>
                            <a:schemeClr val="tx1"/>
                          </a:solidFill>
                        </a:rPr>
                        <a:t>C++</a:t>
                      </a:r>
                    </a:p>
                  </a:txBody>
                  <a:tcPr/>
                </a:tc>
                <a:tc>
                  <a:txBody>
                    <a:bodyPr/>
                    <a:lstStyle/>
                    <a:p>
                      <a:pPr algn="ctr"/>
                      <a:r>
                        <a:rPr lang="en-IE" dirty="0">
                          <a:solidFill>
                            <a:schemeClr val="tx1"/>
                          </a:solidFill>
                        </a:rPr>
                        <a:t>C#</a:t>
                      </a:r>
                    </a:p>
                  </a:txBody>
                  <a:tcPr/>
                </a:tc>
                <a:tc>
                  <a:txBody>
                    <a:bodyPr/>
                    <a:lstStyle/>
                    <a:p>
                      <a:pPr algn="ctr"/>
                      <a:r>
                        <a:rPr lang="en-IE" dirty="0">
                          <a:solidFill>
                            <a:schemeClr val="tx1"/>
                          </a:solidFill>
                        </a:rPr>
                        <a:t>PhP</a:t>
                      </a:r>
                    </a:p>
                  </a:txBody>
                  <a:tcPr/>
                </a:tc>
                <a:tc>
                  <a:txBody>
                    <a:bodyPr/>
                    <a:lstStyle/>
                    <a:p>
                      <a:pPr algn="ctr"/>
                      <a:r>
                        <a:rPr lang="en-IE" dirty="0">
                          <a:solidFill>
                            <a:schemeClr val="tx1"/>
                          </a:solidFill>
                        </a:rPr>
                        <a:t>Perl</a:t>
                      </a:r>
                    </a:p>
                  </a:txBody>
                  <a:tcPr/>
                </a:tc>
                <a:tc>
                  <a:txBody>
                    <a:bodyPr/>
                    <a:lstStyle/>
                    <a:p>
                      <a:pPr algn="ctr"/>
                      <a:r>
                        <a:rPr lang="en-IE" dirty="0">
                          <a:solidFill>
                            <a:schemeClr val="tx1"/>
                          </a:solidFill>
                        </a:rPr>
                        <a:t>Python</a:t>
                      </a:r>
                    </a:p>
                  </a:txBody>
                  <a:tcPr/>
                </a:tc>
                <a:tc>
                  <a:txBody>
                    <a:bodyPr/>
                    <a:lstStyle/>
                    <a:p>
                      <a:pPr algn="ctr"/>
                      <a:r>
                        <a:rPr lang="en-IE" dirty="0">
                          <a:solidFill>
                            <a:schemeClr val="tx1"/>
                          </a:solidFill>
                        </a:rPr>
                        <a:t>Ruby</a:t>
                      </a:r>
                    </a:p>
                  </a:txBody>
                  <a:tcPr/>
                </a:tc>
                <a:tc>
                  <a:txBody>
                    <a:bodyPr/>
                    <a:lstStyle/>
                    <a:p>
                      <a:pPr algn="ctr"/>
                      <a:r>
                        <a:rPr lang="en-IE" dirty="0">
                          <a:solidFill>
                            <a:schemeClr val="tx1"/>
                          </a:solidFill>
                        </a:rPr>
                        <a:t>VB.Net</a:t>
                      </a:r>
                    </a:p>
                  </a:txBody>
                  <a:tcPr/>
                </a:tc>
                <a:extLst>
                  <a:ext uri="{0D108BD9-81ED-4DB2-BD59-A6C34878D82A}">
                    <a16:rowId xmlns:a16="http://schemas.microsoft.com/office/drawing/2014/main" val="10000"/>
                  </a:ext>
                </a:extLst>
              </a:tr>
              <a:tr h="370840">
                <a:tc>
                  <a:txBody>
                    <a:bodyPr/>
                    <a:lstStyle/>
                    <a:p>
                      <a:pPr algn="ctr"/>
                      <a:r>
                        <a:rPr lang="en-IE" dirty="0"/>
                        <a:t>Strong typing</a:t>
                      </a:r>
                    </a:p>
                  </a:txBody>
                  <a:tcPr/>
                </a:tc>
                <a:tc>
                  <a:txBody>
                    <a:bodyPr/>
                    <a:lstStyle/>
                    <a:p>
                      <a:pPr algn="ctr"/>
                      <a:r>
                        <a:rPr lang="en-IE" dirty="0">
                          <a:sym typeface="Wingdings"/>
                        </a:rPr>
                        <a:t></a:t>
                      </a:r>
                      <a:endParaRPr lang="en-IE" dirty="0"/>
                    </a:p>
                  </a:txBody>
                  <a:tcPr/>
                </a:tc>
                <a:tc>
                  <a:txBody>
                    <a:bodyPr/>
                    <a:lstStyle/>
                    <a:p>
                      <a:pPr algn="ctr"/>
                      <a:r>
                        <a:rPr lang="en-IE" dirty="0"/>
                        <a:t>Opt.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algn="ctr"/>
                      <a:r>
                        <a:rPr lang="en-IE" dirty="0"/>
                        <a:t>X</a:t>
                      </a:r>
                    </a:p>
                  </a:txBody>
                  <a:tcPr/>
                </a:tc>
                <a:tc>
                  <a:txBody>
                    <a:bodyPr/>
                    <a:lstStyle/>
                    <a:p>
                      <a:pPr algn="ctr"/>
                      <a:r>
                        <a:rPr lang="en-IE" dirty="0"/>
                        <a:t>X</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extLst>
                  <a:ext uri="{0D108BD9-81ED-4DB2-BD59-A6C34878D82A}">
                    <a16:rowId xmlns:a16="http://schemas.microsoft.com/office/drawing/2014/main" val="10001"/>
                  </a:ext>
                </a:extLst>
              </a:tr>
              <a:tr h="370840">
                <a:tc>
                  <a:txBody>
                    <a:bodyPr/>
                    <a:lstStyle/>
                    <a:p>
                      <a:pPr algn="ctr"/>
                      <a:r>
                        <a:rPr lang="en-IE" dirty="0"/>
                        <a:t>Static or Dynamic typing</a:t>
                      </a:r>
                    </a:p>
                  </a:txBody>
                  <a:tcPr/>
                </a:tc>
                <a:tc>
                  <a:txBody>
                    <a:bodyPr/>
                    <a:lstStyle/>
                    <a:p>
                      <a:pPr algn="ctr"/>
                      <a:r>
                        <a:rPr lang="en-IE" dirty="0"/>
                        <a:t>S</a:t>
                      </a:r>
                    </a:p>
                  </a:txBody>
                  <a:tcPr/>
                </a:tc>
                <a:tc>
                  <a:txBody>
                    <a:bodyPr/>
                    <a:lstStyle/>
                    <a:p>
                      <a:pPr algn="ctr"/>
                      <a:r>
                        <a:rPr lang="en-IE" dirty="0"/>
                        <a:t>S</a:t>
                      </a:r>
                    </a:p>
                  </a:txBody>
                  <a:tcPr/>
                </a:tc>
                <a:tc>
                  <a:txBody>
                    <a:bodyPr/>
                    <a:lstStyle/>
                    <a:p>
                      <a:pPr algn="ctr"/>
                      <a:r>
                        <a:rPr lang="en-IE" dirty="0"/>
                        <a:t>Both</a:t>
                      </a:r>
                    </a:p>
                  </a:txBody>
                  <a:tcPr/>
                </a:tc>
                <a:tc>
                  <a:txBody>
                    <a:bodyPr/>
                    <a:lstStyle/>
                    <a:p>
                      <a:pPr algn="ctr"/>
                      <a:r>
                        <a:rPr lang="en-IE" dirty="0"/>
                        <a:t>D</a:t>
                      </a:r>
                    </a:p>
                  </a:txBody>
                  <a:tcPr/>
                </a:tc>
                <a:tc>
                  <a:txBody>
                    <a:bodyPr/>
                    <a:lstStyle/>
                    <a:p>
                      <a:pPr algn="ctr"/>
                      <a:r>
                        <a:rPr lang="en-IE" dirty="0"/>
                        <a:t>Both</a:t>
                      </a:r>
                    </a:p>
                  </a:txBody>
                  <a:tcPr/>
                </a:tc>
                <a:tc>
                  <a:txBody>
                    <a:bodyPr/>
                    <a:lstStyle/>
                    <a:p>
                      <a:pPr algn="ctr"/>
                      <a:r>
                        <a:rPr lang="en-IE" dirty="0"/>
                        <a:t>D</a:t>
                      </a:r>
                    </a:p>
                  </a:txBody>
                  <a:tcPr/>
                </a:tc>
                <a:tc>
                  <a:txBody>
                    <a:bodyPr/>
                    <a:lstStyle/>
                    <a:p>
                      <a:pPr algn="ctr"/>
                      <a:r>
                        <a:rPr lang="en-IE" dirty="0"/>
                        <a:t>D</a:t>
                      </a:r>
                    </a:p>
                  </a:txBody>
                  <a:tcPr/>
                </a:tc>
                <a:tc>
                  <a:txBody>
                    <a:bodyPr/>
                    <a:lstStyle/>
                    <a:p>
                      <a:pPr algn="ctr"/>
                      <a:r>
                        <a:rPr lang="en-IE" dirty="0"/>
                        <a:t>S</a:t>
                      </a:r>
                    </a:p>
                  </a:txBody>
                  <a:tcPr/>
                </a:tc>
                <a:extLst>
                  <a:ext uri="{0D108BD9-81ED-4DB2-BD59-A6C34878D82A}">
                    <a16:rowId xmlns:a16="http://schemas.microsoft.com/office/drawing/2014/main" val="10002"/>
                  </a:ext>
                </a:extLst>
              </a:tr>
              <a:tr h="370840">
                <a:tc>
                  <a:txBody>
                    <a:bodyPr/>
                    <a:lstStyle/>
                    <a:p>
                      <a:pPr algn="ctr"/>
                      <a:r>
                        <a:rPr lang="en-IE" dirty="0"/>
                        <a:t>Garbage collection</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algn="ctr"/>
                      <a:r>
                        <a:rPr lang="en-IE" dirty="0"/>
                        <a:t>X</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algn="ctr"/>
                      <a:r>
                        <a:rPr lang="en-IE" dirty="0"/>
                        <a:t>X</a:t>
                      </a:r>
                    </a:p>
                  </a:txBody>
                  <a:tcPr/>
                </a:tc>
                <a:tc>
                  <a:txBody>
                    <a:bodyPr/>
                    <a:lstStyle/>
                    <a:p>
                      <a:pPr algn="ctr"/>
                      <a:r>
                        <a:rPr lang="en-IE" dirty="0"/>
                        <a:t>X</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extLst>
                  <a:ext uri="{0D108BD9-81ED-4DB2-BD59-A6C34878D82A}">
                    <a16:rowId xmlns:a16="http://schemas.microsoft.com/office/drawing/2014/main" val="10003"/>
                  </a:ext>
                </a:extLst>
              </a:tr>
              <a:tr h="370840">
                <a:tc>
                  <a:txBody>
                    <a:bodyPr/>
                    <a:lstStyle/>
                    <a:p>
                      <a:pPr algn="ctr"/>
                      <a:r>
                        <a:rPr lang="en-IE" dirty="0"/>
                        <a:t>Multiple inheritance</a:t>
                      </a:r>
                    </a:p>
                  </a:txBody>
                  <a:tcPr/>
                </a:tc>
                <a:tc>
                  <a:txBody>
                    <a:bodyPr/>
                    <a:lstStyle/>
                    <a:p>
                      <a:pPr algn="ctr"/>
                      <a:r>
                        <a:rPr lang="en-IE" dirty="0"/>
                        <a:t>X</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algn="ctr"/>
                      <a:r>
                        <a:rPr lang="en-IE" dirty="0"/>
                        <a:t>X</a:t>
                      </a:r>
                    </a:p>
                  </a:txBody>
                  <a:tcPr/>
                </a:tc>
                <a:tc>
                  <a:txBody>
                    <a:bodyPr/>
                    <a:lstStyle/>
                    <a:p>
                      <a:pPr algn="ctr"/>
                      <a:r>
                        <a:rPr lang="en-IE" dirty="0"/>
                        <a:t>X</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algn="ctr"/>
                      <a:r>
                        <a:rPr lang="en-IE" dirty="0"/>
                        <a:t>X</a:t>
                      </a:r>
                    </a:p>
                  </a:txBody>
                  <a:tcPr/>
                </a:tc>
                <a:tc>
                  <a:txBody>
                    <a:bodyPr/>
                    <a:lstStyle/>
                    <a:p>
                      <a:pPr algn="ctr"/>
                      <a:r>
                        <a:rPr lang="en-IE" dirty="0"/>
                        <a:t>X</a:t>
                      </a:r>
                    </a:p>
                  </a:txBody>
                  <a:tcPr/>
                </a:tc>
                <a:extLst>
                  <a:ext uri="{0D108BD9-81ED-4DB2-BD59-A6C34878D82A}">
                    <a16:rowId xmlns:a16="http://schemas.microsoft.com/office/drawing/2014/main" val="10004"/>
                  </a:ext>
                </a:extLst>
              </a:tr>
              <a:tr h="370840">
                <a:tc>
                  <a:txBody>
                    <a:bodyPr/>
                    <a:lstStyle/>
                    <a:p>
                      <a:pPr algn="ctr"/>
                      <a:r>
                        <a:rPr lang="en-IE" dirty="0"/>
                        <a:t>Pure objects</a:t>
                      </a:r>
                    </a:p>
                  </a:txBody>
                  <a:tcPr/>
                </a:tc>
                <a:tc>
                  <a:txBody>
                    <a:bodyPr/>
                    <a:lstStyle/>
                    <a:p>
                      <a:pPr algn="ctr"/>
                      <a:r>
                        <a:rPr lang="en-IE" dirty="0"/>
                        <a:t>X</a:t>
                      </a:r>
                    </a:p>
                  </a:txBody>
                  <a:tcPr/>
                </a:tc>
                <a:tc>
                  <a:txBody>
                    <a:bodyPr/>
                    <a:lstStyle/>
                    <a:p>
                      <a:pPr algn="ctr"/>
                      <a:r>
                        <a:rPr lang="en-IE" dirty="0"/>
                        <a:t>X</a:t>
                      </a:r>
                    </a:p>
                  </a:txBody>
                  <a:tcPr/>
                </a:tc>
                <a:tc>
                  <a:txBody>
                    <a:bodyPr/>
                    <a:lstStyle/>
                    <a:p>
                      <a:pPr algn="ctr"/>
                      <a:r>
                        <a:rPr lang="en-IE" dirty="0"/>
                        <a:t>X</a:t>
                      </a:r>
                    </a:p>
                  </a:txBody>
                  <a:tcPr/>
                </a:tc>
                <a:tc>
                  <a:txBody>
                    <a:bodyPr/>
                    <a:lstStyle/>
                    <a:p>
                      <a:pPr algn="ctr"/>
                      <a:r>
                        <a:rPr lang="en-IE" dirty="0"/>
                        <a:t>X</a:t>
                      </a:r>
                    </a:p>
                  </a:txBody>
                  <a:tcPr/>
                </a:tc>
                <a:tc>
                  <a:txBody>
                    <a:bodyPr/>
                    <a:lstStyle/>
                    <a:p>
                      <a:pPr algn="ctr"/>
                      <a:r>
                        <a:rPr lang="en-IE" dirty="0"/>
                        <a:t>X</a:t>
                      </a:r>
                    </a:p>
                  </a:txBody>
                  <a:tcPr/>
                </a:tc>
                <a:tc>
                  <a:txBody>
                    <a:bodyPr/>
                    <a:lstStyle/>
                    <a:p>
                      <a:pPr algn="ctr"/>
                      <a:r>
                        <a:rPr lang="en-IE" dirty="0"/>
                        <a:t>X</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algn="ctr"/>
                      <a:r>
                        <a:rPr lang="en-IE" dirty="0"/>
                        <a:t>X</a:t>
                      </a:r>
                    </a:p>
                  </a:txBody>
                  <a:tcPr/>
                </a:tc>
                <a:extLst>
                  <a:ext uri="{0D108BD9-81ED-4DB2-BD59-A6C34878D82A}">
                    <a16:rowId xmlns:a16="http://schemas.microsoft.com/office/drawing/2014/main" val="10005"/>
                  </a:ext>
                </a:extLst>
              </a:tr>
              <a:tr h="370840">
                <a:tc>
                  <a:txBody>
                    <a:bodyPr/>
                    <a:lstStyle/>
                    <a:p>
                      <a:pPr algn="ctr"/>
                      <a:r>
                        <a:rPr lang="en-IE" dirty="0"/>
                        <a:t>Dynamic loading</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algn="ctr"/>
                      <a:r>
                        <a:rPr lang="en-IE" dirty="0"/>
                        <a:t>X</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extLst>
                  <a:ext uri="{0D108BD9-81ED-4DB2-BD59-A6C34878D82A}">
                    <a16:rowId xmlns:a16="http://schemas.microsoft.com/office/drawing/2014/main" val="10006"/>
                  </a:ext>
                </a:extLst>
              </a:tr>
              <a:tr h="370840">
                <a:tc>
                  <a:txBody>
                    <a:bodyPr/>
                    <a:lstStyle/>
                    <a:p>
                      <a:pPr algn="ctr"/>
                      <a:r>
                        <a:rPr lang="en-IE" dirty="0"/>
                        <a:t>Standardised class libraries</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algn="ctr"/>
                      <a:r>
                        <a:rPr lang="en-IE" dirty="0"/>
                        <a:t>X</a:t>
                      </a:r>
                    </a:p>
                  </a:txBody>
                  <a:tcPr/>
                </a:tc>
                <a:tc>
                  <a:txBody>
                    <a:bodyPr/>
                    <a:lstStyle/>
                    <a:p>
                      <a:pPr algn="ctr"/>
                      <a:r>
                        <a:rPr lang="en-IE" dirty="0"/>
                        <a:t>X</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E" dirty="0">
                          <a:sym typeface="Wingdings"/>
                        </a:rPr>
                        <a:t></a:t>
                      </a:r>
                      <a:endParaRPr lang="en-IE" dirty="0"/>
                    </a:p>
                  </a:txBody>
                  <a:tcPr/>
                </a:tc>
                <a:extLst>
                  <a:ext uri="{0D108BD9-81ED-4DB2-BD59-A6C34878D82A}">
                    <a16:rowId xmlns:a16="http://schemas.microsoft.com/office/drawing/2014/main" val="10007"/>
                  </a:ext>
                </a:extLst>
              </a:tr>
            </a:tbl>
          </a:graphicData>
        </a:graphic>
      </p:graphicFrame>
      <p:sp>
        <p:nvSpPr>
          <p:cNvPr id="6" name="TextBox 5"/>
          <p:cNvSpPr txBox="1"/>
          <p:nvPr/>
        </p:nvSpPr>
        <p:spPr>
          <a:xfrm>
            <a:off x="1043608" y="5661248"/>
            <a:ext cx="7253781" cy="86177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E" sz="1600" b="0" i="0" u="none" strike="noStrike" kern="1200" cap="none" spc="0" normalizeH="0" baseline="0" noProof="0" dirty="0">
                <a:ln>
                  <a:noFill/>
                </a:ln>
                <a:solidFill>
                  <a:srgbClr val="171616"/>
                </a:solidFill>
                <a:effectLst/>
                <a:uLnTx/>
                <a:uFillTx/>
                <a:latin typeface="Arial" charset="0"/>
                <a:ea typeface="+mn-ea"/>
                <a:cs typeface="+mn-cs"/>
              </a:rPr>
              <a:t>Adapted from Simon Bennett, Steve McRobb, and Ray Farmer.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E" sz="1600" b="0" i="0" u="none" strike="noStrike" kern="1200" cap="none" spc="0" normalizeH="0" baseline="0" noProof="0" dirty="0">
                <a:ln>
                  <a:noFill/>
                </a:ln>
                <a:solidFill>
                  <a:srgbClr val="171616"/>
                </a:solidFill>
                <a:effectLst/>
                <a:uLnTx/>
                <a:uFillTx/>
                <a:latin typeface="Arial" charset="0"/>
                <a:ea typeface="+mn-ea"/>
                <a:cs typeface="+mn-cs"/>
              </a:rPr>
              <a:t>Object-Oriented Systems Analysis and Design, 4</a:t>
            </a:r>
            <a:r>
              <a:rPr kumimoji="0" lang="en-IE" sz="1600" b="0" i="0" u="none" strike="noStrike" kern="1200" cap="none" spc="0" normalizeH="0" baseline="30000" noProof="0" dirty="0">
                <a:ln>
                  <a:noFill/>
                </a:ln>
                <a:solidFill>
                  <a:srgbClr val="171616"/>
                </a:solidFill>
                <a:effectLst/>
                <a:uLnTx/>
                <a:uFillTx/>
                <a:latin typeface="Arial" charset="0"/>
                <a:ea typeface="+mn-ea"/>
                <a:cs typeface="+mn-cs"/>
              </a:rPr>
              <a:t>th</a:t>
            </a:r>
            <a:r>
              <a:rPr kumimoji="0" lang="en-IE" sz="1600" b="0" i="0" u="none" strike="noStrike" kern="1200" cap="none" spc="0" normalizeH="0" baseline="0" noProof="0" dirty="0">
                <a:ln>
                  <a:noFill/>
                </a:ln>
                <a:solidFill>
                  <a:srgbClr val="171616"/>
                </a:solidFill>
                <a:effectLst/>
                <a:uLnTx/>
                <a:uFillTx/>
                <a:latin typeface="Arial" charset="0"/>
                <a:ea typeface="+mn-ea"/>
                <a:cs typeface="+mn-cs"/>
              </a:rPr>
              <a:t> Edition. McGraw Hill, 2010,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IE" sz="1600" b="0" i="0" u="none" strike="noStrike" kern="1200" cap="none" spc="0" normalizeH="0" baseline="0" noProof="0" dirty="0">
                <a:ln>
                  <a:noFill/>
                </a:ln>
                <a:solidFill>
                  <a:srgbClr val="171616"/>
                </a:solidFill>
                <a:effectLst/>
                <a:uLnTx/>
                <a:uFillTx/>
                <a:latin typeface="Arial" charset="0"/>
                <a:ea typeface="+mn-ea"/>
                <a:cs typeface="+mn-cs"/>
              </a:rPr>
              <a:t>Figure 4.9 page 109 </a:t>
            </a:r>
          </a:p>
        </p:txBody>
      </p:sp>
    </p:spTree>
    <p:extLst>
      <p:ext uri="{BB962C8B-B14F-4D97-AF65-F5344CB8AC3E}">
        <p14:creationId xmlns:p14="http://schemas.microsoft.com/office/powerpoint/2010/main" val="771891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normAutofit/>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14E859-45D8-4A95-A559-294713FCE67D}" type="slidenum">
              <a:rPr kumimoji="0" lang="en-GB" sz="900" b="0" i="0" u="none" strike="noStrike" kern="1200" cap="none" spc="0" normalizeH="0" baseline="0" noProof="0">
                <a:ln>
                  <a:noFill/>
                </a:ln>
                <a:solidFill>
                  <a:srgbClr val="005336"/>
                </a:solidFill>
                <a:effectLst/>
                <a:uLnTx/>
                <a:uFillTx/>
                <a:latin typeface="Helvetica" pitchFamily="2"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en-GB"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sp>
        <p:nvSpPr>
          <p:cNvPr id="92162" name="Rectangle 2"/>
          <p:cNvSpPr>
            <a:spLocks noGrp="1" noChangeArrowheads="1"/>
          </p:cNvSpPr>
          <p:nvPr>
            <p:ph type="title"/>
          </p:nvPr>
        </p:nvSpPr>
        <p:spPr>
          <a:xfrm>
            <a:off x="251520" y="188640"/>
            <a:ext cx="7886700" cy="704101"/>
          </a:xfrm>
        </p:spPr>
        <p:txBody>
          <a:bodyPr/>
          <a:lstStyle/>
          <a:p>
            <a:r>
              <a:rPr lang="en-GB" dirty="0"/>
              <a:t>3. Origins of the OO Paradigm</a:t>
            </a:r>
          </a:p>
        </p:txBody>
      </p:sp>
      <p:sp>
        <p:nvSpPr>
          <p:cNvPr id="92163" name="Rectangle 3"/>
          <p:cNvSpPr>
            <a:spLocks noGrp="1" noChangeArrowheads="1"/>
          </p:cNvSpPr>
          <p:nvPr>
            <p:ph type="body" idx="1"/>
          </p:nvPr>
        </p:nvSpPr>
        <p:spPr>
          <a:xfrm>
            <a:off x="251520" y="1600200"/>
            <a:ext cx="8713093" cy="5068888"/>
          </a:xfrm>
        </p:spPr>
        <p:txBody>
          <a:bodyPr>
            <a:normAutofit/>
          </a:bodyPr>
          <a:lstStyle/>
          <a:p>
            <a:pPr>
              <a:spcBef>
                <a:spcPts val="1800"/>
              </a:spcBef>
              <a:spcAft>
                <a:spcPts val="600"/>
              </a:spcAft>
            </a:pPr>
            <a:r>
              <a:rPr lang="en-GB" sz="2400" dirty="0"/>
              <a:t>Early work on </a:t>
            </a:r>
            <a:r>
              <a:rPr lang="en-GB" sz="2400" b="1" dirty="0">
                <a:solidFill>
                  <a:srgbClr val="0000FF"/>
                </a:solidFill>
              </a:rPr>
              <a:t>computer simulation </a:t>
            </a:r>
            <a:r>
              <a:rPr lang="en-GB" sz="2400" dirty="0"/>
              <a:t>- event driven programming, very difficult for 3GLs. Led to development of </a:t>
            </a:r>
            <a:r>
              <a:rPr lang="en-GB" sz="2400" b="1" dirty="0">
                <a:solidFill>
                  <a:srgbClr val="0000FF"/>
                </a:solidFill>
              </a:rPr>
              <a:t>Simula</a:t>
            </a:r>
            <a:r>
              <a:rPr lang="en-GB" sz="2400" dirty="0"/>
              <a:t>.</a:t>
            </a:r>
          </a:p>
          <a:p>
            <a:pPr>
              <a:spcBef>
                <a:spcPts val="1800"/>
              </a:spcBef>
              <a:spcAft>
                <a:spcPts val="600"/>
              </a:spcAft>
            </a:pPr>
            <a:r>
              <a:rPr lang="en-GB" sz="2400" dirty="0"/>
              <a:t>Structure program as a set of independent software agents, each agent represents an agent in the real world.</a:t>
            </a:r>
          </a:p>
          <a:p>
            <a:pPr lvl="1">
              <a:spcBef>
                <a:spcPts val="1800"/>
              </a:spcBef>
              <a:spcAft>
                <a:spcPts val="600"/>
              </a:spcAft>
            </a:pPr>
            <a:r>
              <a:rPr lang="en-GB" sz="2400" dirty="0"/>
              <a:t>The application domain and software are better aligned using the concept of agents (objects) </a:t>
            </a:r>
          </a:p>
          <a:p>
            <a:pPr>
              <a:spcBef>
                <a:spcPts val="1800"/>
              </a:spcBef>
              <a:spcAft>
                <a:spcPts val="600"/>
              </a:spcAft>
            </a:pPr>
            <a:r>
              <a:rPr lang="en-GB" sz="2400" dirty="0"/>
              <a:t>Spread of GUIs: </a:t>
            </a:r>
            <a:r>
              <a:rPr lang="en-GB" sz="2400" b="1" dirty="0">
                <a:solidFill>
                  <a:srgbClr val="C00000"/>
                </a:solidFill>
              </a:rPr>
              <a:t>difficult to design or control in a procedural way</a:t>
            </a:r>
            <a:r>
              <a:rPr lang="en-GB" sz="2400" dirty="0"/>
              <a:t>.</a:t>
            </a:r>
          </a:p>
        </p:txBody>
      </p:sp>
    </p:spTree>
    <p:extLst>
      <p:ext uri="{BB962C8B-B14F-4D97-AF65-F5344CB8AC3E}">
        <p14:creationId xmlns:p14="http://schemas.microsoft.com/office/powerpoint/2010/main" val="8445977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9A11C-47FC-62BA-068A-59913B2127C0}"/>
              </a:ext>
            </a:extLst>
          </p:cNvPr>
          <p:cNvSpPr>
            <a:spLocks noGrp="1"/>
          </p:cNvSpPr>
          <p:nvPr>
            <p:ph type="title"/>
          </p:nvPr>
        </p:nvSpPr>
        <p:spPr>
          <a:xfrm>
            <a:off x="485952" y="196784"/>
            <a:ext cx="7886700" cy="704101"/>
          </a:xfrm>
        </p:spPr>
        <p:txBody>
          <a:bodyPr/>
          <a:lstStyle/>
          <a:p>
            <a:r>
              <a:rPr lang="en-IE" dirty="0"/>
              <a:t>Homework</a:t>
            </a:r>
            <a:br>
              <a:rPr lang="en-IE" dirty="0"/>
            </a:br>
            <a:endParaRPr lang="en-IE" dirty="0"/>
          </a:p>
        </p:txBody>
      </p:sp>
      <p:sp>
        <p:nvSpPr>
          <p:cNvPr id="3" name="Content Placeholder 2">
            <a:extLst>
              <a:ext uri="{FF2B5EF4-FFF2-40B4-BE49-F238E27FC236}">
                <a16:creationId xmlns:a16="http://schemas.microsoft.com/office/drawing/2014/main" id="{998D12FC-47E6-E35C-B29A-925B334D559C}"/>
              </a:ext>
            </a:extLst>
          </p:cNvPr>
          <p:cNvSpPr>
            <a:spLocks noGrp="1"/>
          </p:cNvSpPr>
          <p:nvPr>
            <p:ph idx="1"/>
          </p:nvPr>
        </p:nvSpPr>
        <p:spPr>
          <a:xfrm>
            <a:off x="404740" y="1227341"/>
            <a:ext cx="8334519" cy="5225995"/>
          </a:xfrm>
        </p:spPr>
        <p:txBody>
          <a:bodyPr/>
          <a:lstStyle/>
          <a:p>
            <a:pPr marL="514350" indent="-514350">
              <a:spcBef>
                <a:spcPts val="1200"/>
              </a:spcBef>
              <a:buFont typeface="+mj-lt"/>
              <a:buAutoNum type="arabicPeriod"/>
            </a:pPr>
            <a:r>
              <a:rPr lang="en-IE" sz="2000" dirty="0"/>
              <a:t>Read the paper “Design by Contract” by Betrand Meyers. Summarise key findings in 2 slides to present in Week 2 tutorial.</a:t>
            </a:r>
          </a:p>
          <a:p>
            <a:pPr marL="514350" indent="-514350">
              <a:spcBef>
                <a:spcPts val="1200"/>
              </a:spcBef>
              <a:buFont typeface="+mj-lt"/>
              <a:buAutoNum type="arabicPeriod"/>
            </a:pPr>
            <a:r>
              <a:rPr lang="en-IE" sz="2000" dirty="0"/>
              <a:t>Scan the chapter from Martin Fowler on Refactoring.</a:t>
            </a:r>
          </a:p>
          <a:p>
            <a:pPr marL="514350" indent="-514350">
              <a:spcBef>
                <a:spcPts val="1200"/>
              </a:spcBef>
              <a:buFont typeface="+mj-lt"/>
              <a:buAutoNum type="arabicPeriod"/>
            </a:pPr>
            <a:r>
              <a:rPr lang="en-IE" sz="2000" dirty="0"/>
              <a:t>Finish working through the slide deck from Week 1.</a:t>
            </a:r>
          </a:p>
          <a:p>
            <a:pPr marL="514350" indent="-514350">
              <a:spcBef>
                <a:spcPts val="1200"/>
              </a:spcBef>
              <a:buFont typeface="+mj-lt"/>
              <a:buAutoNum type="arabicPeriod"/>
            </a:pPr>
            <a:r>
              <a:rPr lang="en-IE" sz="2000" dirty="0"/>
              <a:t>Answer the following:</a:t>
            </a:r>
          </a:p>
          <a:p>
            <a:pPr lvl="2">
              <a:spcBef>
                <a:spcPts val="1200"/>
              </a:spcBef>
            </a:pPr>
            <a:r>
              <a:rPr lang="en-IE" sz="2000" dirty="0"/>
              <a:t>What are the characteristics of good software according to Stephens and Pooley.?</a:t>
            </a:r>
          </a:p>
          <a:p>
            <a:pPr lvl="2">
              <a:spcBef>
                <a:spcPts val="1200"/>
              </a:spcBef>
            </a:pPr>
            <a:r>
              <a:rPr lang="en-IE" sz="2000" dirty="0"/>
              <a:t>Write coding fragments to illustrate one of the problems that can arise in an Object-Oriented runtime that does not support dynamic binding.</a:t>
            </a:r>
          </a:p>
          <a:p>
            <a:pPr lvl="2">
              <a:spcBef>
                <a:spcPts val="1200"/>
              </a:spcBef>
            </a:pPr>
            <a:r>
              <a:rPr lang="en-IE" sz="2000" dirty="0"/>
              <a:t>Name three metrics that are used to measure quality.</a:t>
            </a:r>
          </a:p>
          <a:p>
            <a:pPr lvl="2">
              <a:spcBef>
                <a:spcPts val="1200"/>
              </a:spcBef>
            </a:pPr>
            <a:r>
              <a:rPr lang="en-IE" sz="2000" dirty="0"/>
              <a:t>Discuss one of the contributions by David Parnas.</a:t>
            </a:r>
          </a:p>
          <a:p>
            <a:pPr lvl="2">
              <a:spcBef>
                <a:spcPts val="1200"/>
              </a:spcBef>
            </a:pPr>
            <a:r>
              <a:rPr lang="en-IE" sz="2000" dirty="0">
                <a:sym typeface="Wingdings" pitchFamily="2" charset="2"/>
              </a:rPr>
              <a:t>Reasons for a standard notation such as The Unified Modelling Language (UML).</a:t>
            </a:r>
            <a:endParaRPr lang="en-IE" sz="2000" dirty="0"/>
          </a:p>
          <a:p>
            <a:endParaRPr lang="en-IE" dirty="0"/>
          </a:p>
        </p:txBody>
      </p:sp>
      <p:sp>
        <p:nvSpPr>
          <p:cNvPr id="4" name="Slide Number Placeholder 3">
            <a:extLst>
              <a:ext uri="{FF2B5EF4-FFF2-40B4-BE49-F238E27FC236}">
                <a16:creationId xmlns:a16="http://schemas.microsoft.com/office/drawing/2014/main" id="{09012990-0FA2-E737-DFC5-BA6DB294245C}"/>
              </a:ext>
            </a:extLst>
          </p:cNvPr>
          <p:cNvSpPr>
            <a:spLocks noGrp="1"/>
          </p:cNvSpPr>
          <p:nvPr>
            <p:ph type="sldNum" sz="quarter" idx="12"/>
          </p:nvPr>
        </p:nvSpPr>
        <p:spPr/>
        <p:txBody>
          <a:bodyPr/>
          <a:lstStyle/>
          <a:p>
            <a:fld id="{78BCC47E-4B7D-1647-9F80-3037E352F95F}" type="slidenum">
              <a:rPr lang="en-US" smtClean="0"/>
              <a:t>64</a:t>
            </a:fld>
            <a:endParaRPr lang="en-US" dirty="0"/>
          </a:p>
        </p:txBody>
      </p:sp>
    </p:spTree>
    <p:extLst>
      <p:ext uri="{BB962C8B-B14F-4D97-AF65-F5344CB8AC3E}">
        <p14:creationId xmlns:p14="http://schemas.microsoft.com/office/powerpoint/2010/main" val="32148316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pPr marL="0" marR="0" lvl="0" indent="0" algn="r" defTabSz="712984" rtl="0" eaLnBrk="1" fontAlgn="auto" latinLnBrk="0" hangingPunct="1">
              <a:lnSpc>
                <a:spcPct val="100000"/>
              </a:lnSpc>
              <a:spcBef>
                <a:spcPts val="0"/>
              </a:spcBef>
              <a:spcAft>
                <a:spcPts val="0"/>
              </a:spcAft>
              <a:buClrTx/>
              <a:buSzTx/>
              <a:buFontTx/>
              <a:buNone/>
              <a:tabLst/>
              <a:defRPr/>
            </a:pPr>
            <a:fld id="{86CB4B4D-7CA3-9044-876B-883B54F8677D}" type="slidenum">
              <a:rPr kumimoji="0" lang="en-IE" sz="900" b="0" i="0" u="none" strike="noStrike" kern="1200" cap="none" spc="0" normalizeH="0" baseline="0" noProof="0">
                <a:ln>
                  <a:noFill/>
                </a:ln>
                <a:solidFill>
                  <a:srgbClr val="005336"/>
                </a:solidFill>
                <a:effectLst/>
                <a:uLnTx/>
                <a:uFillTx/>
                <a:latin typeface="Helvetica" pitchFamily="2" charset="0"/>
                <a:ea typeface="+mn-ea"/>
                <a:cs typeface="+mn-cs"/>
              </a:rPr>
              <a:pPr marL="0" marR="0" lvl="0" indent="0" algn="r" defTabSz="712984" rtl="0" eaLnBrk="1" fontAlgn="auto" latinLnBrk="0" hangingPunct="1">
                <a:lnSpc>
                  <a:spcPct val="100000"/>
                </a:lnSpc>
                <a:spcBef>
                  <a:spcPts val="0"/>
                </a:spcBef>
                <a:spcAft>
                  <a:spcPts val="0"/>
                </a:spcAft>
                <a:buClrTx/>
                <a:buSzTx/>
                <a:buFontTx/>
                <a:buNone/>
                <a:tabLst/>
                <a:defRPr/>
              </a:pPr>
              <a:t>65</a:t>
            </a:fld>
            <a:endParaRPr kumimoji="0" lang="en-IE" sz="900" b="0" i="0" u="none" strike="noStrike" kern="1200" cap="none" spc="0" normalizeH="0" baseline="0" noProof="0" dirty="0">
              <a:ln>
                <a:noFill/>
              </a:ln>
              <a:solidFill>
                <a:srgbClr val="005336"/>
              </a:solidFill>
              <a:effectLst/>
              <a:uLnTx/>
              <a:uFillTx/>
              <a:latin typeface="Helvetica" pitchFamily="2" charset="0"/>
              <a:ea typeface="+mn-ea"/>
              <a:cs typeface="+mn-cs"/>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1749"/>
            <a:ext cx="9093553" cy="5923971"/>
          </a:xfrm>
          <a:prstGeom prst="rect">
            <a:avLst/>
          </a:prstGeom>
        </p:spPr>
      </p:pic>
      <p:sp>
        <p:nvSpPr>
          <p:cNvPr id="5" name="Rectangle 4"/>
          <p:cNvSpPr/>
          <p:nvPr/>
        </p:nvSpPr>
        <p:spPr>
          <a:xfrm>
            <a:off x="251762" y="2845969"/>
            <a:ext cx="4248229" cy="2400657"/>
          </a:xfrm>
          <a:prstGeom prst="rect">
            <a:avLst/>
          </a:prstGeom>
        </p:spPr>
        <p:txBody>
          <a:bodyPr wrap="square">
            <a:spAutoFit/>
          </a:bodyPr>
          <a:lstStyle/>
          <a:p>
            <a:pPr marL="0" marR="0" lvl="0" indent="0" algn="l" defTabSz="914400" rtl="0" eaLnBrk="1" fontAlgn="base" latinLnBrk="0" hangingPunct="1">
              <a:lnSpc>
                <a:spcPct val="100000"/>
              </a:lnSpc>
              <a:spcBef>
                <a:spcPts val="1800"/>
              </a:spcBef>
              <a:spcAft>
                <a:spcPct val="0"/>
              </a:spcAft>
              <a:buClrTx/>
              <a:buSzTx/>
              <a:buFontTx/>
              <a:buNone/>
              <a:tabLst/>
              <a:defRPr/>
            </a:pPr>
            <a:r>
              <a:rPr kumimoji="0" lang="en-IE" sz="2000" b="0" i="0" u="none" strike="noStrike" kern="1200" cap="none" spc="0" normalizeH="0" baseline="0" noProof="0" dirty="0">
                <a:ln>
                  <a:noFill/>
                </a:ln>
                <a:solidFill>
                  <a:prstClr val="white"/>
                </a:solidFill>
                <a:effectLst/>
                <a:uLnTx/>
                <a:uFillTx/>
                <a:latin typeface="Arial" charset="0"/>
                <a:ea typeface="+mn-ea"/>
                <a:cs typeface="+mn-cs"/>
              </a:rPr>
              <a:t>Bennett, McRobb, and Farmer: chapters 3 and 4</a:t>
            </a:r>
          </a:p>
          <a:p>
            <a:pPr marL="0" marR="0" lvl="0" indent="0" algn="l" defTabSz="914400" rtl="0" eaLnBrk="1" fontAlgn="base" latinLnBrk="0" hangingPunct="1">
              <a:lnSpc>
                <a:spcPct val="100000"/>
              </a:lnSpc>
              <a:spcBef>
                <a:spcPts val="1800"/>
              </a:spcBef>
              <a:spcAft>
                <a:spcPct val="0"/>
              </a:spcAft>
              <a:buClrTx/>
              <a:buSzTx/>
              <a:buFontTx/>
              <a:buNone/>
              <a:tabLst/>
              <a:defRPr/>
            </a:pPr>
            <a:r>
              <a:rPr kumimoji="0" lang="en-IE" sz="2000" b="1" i="0" u="sng" strike="noStrike" kern="1200" cap="none" spc="0" normalizeH="0" baseline="0" noProof="0" dirty="0">
                <a:ln>
                  <a:noFill/>
                </a:ln>
                <a:solidFill>
                  <a:prstClr val="white"/>
                </a:solidFill>
                <a:effectLst/>
                <a:uLnTx/>
                <a:uFillTx/>
                <a:latin typeface="Arial" charset="0"/>
                <a:ea typeface="+mn-ea"/>
                <a:cs typeface="+mn-cs"/>
              </a:rPr>
              <a:t>OR</a:t>
            </a:r>
          </a:p>
          <a:p>
            <a:pPr marL="0" marR="0" lvl="0" indent="0" algn="l" defTabSz="914400" rtl="0" eaLnBrk="1" fontAlgn="base" latinLnBrk="0" hangingPunct="1">
              <a:lnSpc>
                <a:spcPct val="100000"/>
              </a:lnSpc>
              <a:spcBef>
                <a:spcPts val="1800"/>
              </a:spcBef>
              <a:spcAft>
                <a:spcPct val="0"/>
              </a:spcAft>
              <a:buClrTx/>
              <a:buSzTx/>
              <a:buFontTx/>
              <a:buNone/>
              <a:tabLst/>
              <a:defRPr/>
            </a:pPr>
            <a:r>
              <a:rPr kumimoji="0" lang="en-IE" sz="2000" b="0" i="0" u="none" strike="noStrike" kern="1200" cap="none" spc="0" normalizeH="0" baseline="0" noProof="0" dirty="0">
                <a:ln>
                  <a:noFill/>
                </a:ln>
                <a:solidFill>
                  <a:prstClr val="white"/>
                </a:solidFill>
                <a:effectLst/>
                <a:uLnTx/>
                <a:uFillTx/>
                <a:latin typeface="Arial" charset="0"/>
                <a:ea typeface="+mn-ea"/>
                <a:cs typeface="+mn-cs"/>
              </a:rPr>
              <a:t>Stevens and Pooley: chapters 2 and 4.</a:t>
            </a:r>
          </a:p>
          <a:p>
            <a:pPr marL="0" marR="0" lvl="0" indent="0" algn="l" defTabSz="712984" rtl="0" eaLnBrk="1" fontAlgn="auto" latinLnBrk="0" hangingPunct="1">
              <a:lnSpc>
                <a:spcPct val="100000"/>
              </a:lnSpc>
              <a:spcBef>
                <a:spcPts val="0"/>
              </a:spcBef>
              <a:spcAft>
                <a:spcPts val="0"/>
              </a:spcAft>
              <a:buClrTx/>
              <a:buSzTx/>
              <a:buFontTx/>
              <a:buNone/>
              <a:tabLst/>
              <a:defRPr/>
            </a:pPr>
            <a:endParaRPr kumimoji="0" lang="en-IE" sz="20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6" name="TextBox 5"/>
          <p:cNvSpPr txBox="1"/>
          <p:nvPr/>
        </p:nvSpPr>
        <p:spPr>
          <a:xfrm flipH="1">
            <a:off x="395536" y="1916832"/>
            <a:ext cx="8866909" cy="473206"/>
          </a:xfrm>
          <a:prstGeom prst="rect">
            <a:avLst/>
          </a:prstGeom>
          <a:noFill/>
        </p:spPr>
        <p:txBody>
          <a:bodyPr wrap="square" rtlCol="0">
            <a:spAutoFit/>
          </a:bodyPr>
          <a:lstStyle/>
          <a:p>
            <a:pPr marL="0" marR="0" lvl="0" indent="0" algn="l" defTabSz="712984" rtl="0" eaLnBrk="1" fontAlgn="auto" latinLnBrk="0" hangingPunct="1">
              <a:lnSpc>
                <a:spcPct val="100000"/>
              </a:lnSpc>
              <a:spcBef>
                <a:spcPts val="0"/>
              </a:spcBef>
              <a:spcAft>
                <a:spcPts val="0"/>
              </a:spcAft>
              <a:buClrTx/>
              <a:buSzTx/>
              <a:buFontTx/>
              <a:buNone/>
              <a:tabLst/>
              <a:defRPr/>
            </a:pPr>
            <a:r>
              <a:rPr kumimoji="0" lang="en-IE" sz="2475" b="1" i="0" u="none" strike="noStrike" kern="1200" cap="none" spc="0" normalizeH="0" baseline="0" noProof="0" dirty="0">
                <a:ln>
                  <a:noFill/>
                </a:ln>
                <a:solidFill>
                  <a:prstClr val="white"/>
                </a:solidFill>
                <a:effectLst/>
                <a:uLnTx/>
                <a:uFillTx/>
                <a:latin typeface="Arial" panose="020B0604020202020204"/>
                <a:ea typeface="+mn-ea"/>
                <a:cs typeface="+mn-cs"/>
              </a:rPr>
              <a:t>Reading that augments slide deck</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10052" y="2902079"/>
            <a:ext cx="4723108" cy="3272155"/>
          </a:xfrm>
          <a:prstGeom prst="rect">
            <a:avLst/>
          </a:prstGeom>
        </p:spPr>
      </p:pic>
    </p:spTree>
    <p:extLst>
      <p:ext uri="{BB962C8B-B14F-4D97-AF65-F5344CB8AC3E}">
        <p14:creationId xmlns:p14="http://schemas.microsoft.com/office/powerpoint/2010/main" val="2017648472"/>
      </p:ext>
    </p:extLst>
  </p:cSld>
  <p:clrMapOvr>
    <a:masterClrMapping/>
  </p:clrMapOvr>
  <p:transition spd="med"/>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UL">
      <a:dk1>
        <a:srgbClr val="171616"/>
      </a:dk1>
      <a:lt1>
        <a:sysClr val="window" lastClr="FFFFFF"/>
      </a:lt1>
      <a:dk2>
        <a:srgbClr val="7F7F7F"/>
      </a:dk2>
      <a:lt2>
        <a:srgbClr val="E7E6E6"/>
      </a:lt2>
      <a:accent1>
        <a:srgbClr val="00B140"/>
      </a:accent1>
      <a:accent2>
        <a:srgbClr val="034638"/>
      </a:accent2>
      <a:accent3>
        <a:srgbClr val="00A3E0"/>
      </a:accent3>
      <a:accent4>
        <a:srgbClr val="FFC72C"/>
      </a:accent4>
      <a:accent5>
        <a:srgbClr val="E31C79"/>
      </a:accent5>
      <a:accent6>
        <a:srgbClr val="D45D00"/>
      </a:accent6>
      <a:hlink>
        <a:srgbClr val="00A3E0"/>
      </a:hlink>
      <a:folHlink>
        <a:srgbClr val="6F26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 Presentation" id="{8C4FAECB-4FFE-514E-86E1-D19CB0E3BBD1}" vid="{3EB642C7-DB8F-A140-B2AB-5A42E3409E9F}"/>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0</TotalTime>
  <Words>4647</Words>
  <Application>Microsoft Office PowerPoint</Application>
  <PresentationFormat>On-screen Show (4:3)</PresentationFormat>
  <Paragraphs>746</Paragraphs>
  <Slides>65</Slides>
  <Notes>2</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65</vt:i4>
      </vt:variant>
    </vt:vector>
  </HeadingPairs>
  <TitlesOfParts>
    <vt:vector size="78" baseType="lpstr">
      <vt:lpstr>Arial</vt:lpstr>
      <vt:lpstr>Calibri</vt:lpstr>
      <vt:lpstr>Cambria</vt:lpstr>
      <vt:lpstr>Courier New</vt:lpstr>
      <vt:lpstr>Georgia</vt:lpstr>
      <vt:lpstr>Helvetica</vt:lpstr>
      <vt:lpstr>Poppins Light</vt:lpstr>
      <vt:lpstr>Poppins Medium</vt:lpstr>
      <vt:lpstr>Tw Cen MT</vt:lpstr>
      <vt:lpstr>Wingdings</vt:lpstr>
      <vt:lpstr>Wingdings 2</vt:lpstr>
      <vt:lpstr>Median</vt:lpstr>
      <vt:lpstr>Office Theme</vt:lpstr>
      <vt:lpstr>CS6451: Advanced Software Design  Lecture A: Introduction, Good Software,       and Recap on the OO Paradigm   J.J. Collins Dept. of CSIS University of Limerick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Schedule</vt:lpstr>
      <vt:lpstr>EMAIL</vt:lpstr>
      <vt:lpstr>3. Module Background: Goal</vt:lpstr>
      <vt:lpstr>3. Module Background: Objectives</vt:lpstr>
      <vt:lpstr>3. Factors</vt:lpstr>
      <vt:lpstr>3. Caveat</vt:lpstr>
      <vt:lpstr>Homework / Checklist Week 1</vt:lpstr>
      <vt:lpstr>3. Example from Another Engineering Discipline</vt:lpstr>
      <vt:lpstr>3. Example from Another Engineering Discipline</vt:lpstr>
      <vt:lpstr>3. Example</vt:lpstr>
      <vt:lpstr>3. Benefits of a Design Notation</vt:lpstr>
      <vt:lpstr>3. Liabilities of a Design Notation</vt:lpstr>
      <vt:lpstr>3. Please Remember</vt:lpstr>
      <vt:lpstr> Next</vt:lpstr>
      <vt:lpstr>4. Good Software is ......</vt:lpstr>
      <vt:lpstr>4. Good Software: Modules</vt:lpstr>
      <vt:lpstr>4. Good Software: Dependency</vt:lpstr>
      <vt:lpstr>4. Good Software: Interfaces</vt:lpstr>
      <vt:lpstr>Good Software: Interfaces</vt:lpstr>
      <vt:lpstr>Good Software: Interfaces</vt:lpstr>
      <vt:lpstr>Good Software: Interfaces</vt:lpstr>
      <vt:lpstr>Interfaces</vt:lpstr>
      <vt:lpstr>4. Good Software: Context Dependencies</vt:lpstr>
      <vt:lpstr>4. Interfaces</vt:lpstr>
      <vt:lpstr>Interfaces.</vt:lpstr>
      <vt:lpstr>Interfaces.</vt:lpstr>
      <vt:lpstr>4. Good Software: Benefits of Modularity with Defined Interfaces </vt:lpstr>
      <vt:lpstr>4. Good Software</vt:lpstr>
      <vt:lpstr>4. Good Software</vt:lpstr>
      <vt:lpstr>4. Good Software: CBD</vt:lpstr>
      <vt:lpstr> Next</vt:lpstr>
      <vt:lpstr>5. Key Features of the OO Paradigm</vt:lpstr>
      <vt:lpstr>5. Classes and Objects</vt:lpstr>
      <vt:lpstr>5. Methods and Messages</vt:lpstr>
      <vt:lpstr>5. Methods and Messages Supporting Encapsulation</vt:lpstr>
      <vt:lpstr>5. Generalisation</vt:lpstr>
      <vt:lpstr>5. Generalisation</vt:lpstr>
      <vt:lpstr>5. Generalisation</vt:lpstr>
      <vt:lpstr>5. Polymorphism: Example 1</vt:lpstr>
      <vt:lpstr>5. Polymorphism: Example 1</vt:lpstr>
      <vt:lpstr>5. Polymorphism: Example 2</vt:lpstr>
      <vt:lpstr>5. Polymorphism: Example 2</vt:lpstr>
      <vt:lpstr>5. Without Polymorphism: Example 3</vt:lpstr>
      <vt:lpstr>5. Without Polymorphism: Example 3</vt:lpstr>
      <vt:lpstr>5. Without Polymorphism: Example 3</vt:lpstr>
      <vt:lpstr>5. Without Polymorphism: Example 4</vt:lpstr>
      <vt:lpstr>5. Without Polymorphism: Example 2</vt:lpstr>
      <vt:lpstr>5. Polymorphism</vt:lpstr>
      <vt:lpstr>5. Benefits of Polymorphism</vt:lpstr>
      <vt:lpstr>5. Polymorphism  SUPPORTING EVOLUTION</vt:lpstr>
      <vt:lpstr>5. Polymorphism in Diagrammatic Form</vt:lpstr>
      <vt:lpstr>5. Polymorphism</vt:lpstr>
      <vt:lpstr>5. Polymorphism</vt:lpstr>
      <vt:lpstr>5. Comparison of Sample OO Languages</vt:lpstr>
      <vt:lpstr>3. Origins of the OO Paradigm</vt:lpstr>
      <vt:lpstr>Homework </vt:lpstr>
      <vt:lpstr>PowerPoint Presentation</vt:lpstr>
    </vt:vector>
  </TitlesOfParts>
  <Company>University of Limerick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CS4135 Software Architecture</dc:title>
  <dc:creator>CSIS</dc:creator>
  <cp:lastModifiedBy>J.J.Collins</cp:lastModifiedBy>
  <cp:revision>114</cp:revision>
  <cp:lastPrinted>2018-09-13T13:46:29Z</cp:lastPrinted>
  <dcterms:created xsi:type="dcterms:W3CDTF">2008-09-09T07:32:24Z</dcterms:created>
  <dcterms:modified xsi:type="dcterms:W3CDTF">2026-09-09T09:03:09Z</dcterms:modified>
</cp:coreProperties>
</file>